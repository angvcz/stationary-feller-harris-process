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6" r:id="rId4"/>
  </p:sldMasterIdLst>
  <p:notesMasterIdLst>
    <p:notesMasterId r:id="rId22"/>
  </p:notesMasterIdLst>
  <p:handoutMasterIdLst>
    <p:handoutMasterId r:id="rId23"/>
  </p:handoutMasterIdLst>
  <p:sldIdLst>
    <p:sldId id="314" r:id="rId5"/>
    <p:sldId id="315" r:id="rId6"/>
    <p:sldId id="327" r:id="rId7"/>
    <p:sldId id="316" r:id="rId8"/>
    <p:sldId id="328" r:id="rId9"/>
    <p:sldId id="330" r:id="rId10"/>
    <p:sldId id="326" r:id="rId11"/>
    <p:sldId id="317" r:id="rId12"/>
    <p:sldId id="318" r:id="rId13"/>
    <p:sldId id="319" r:id="rId14"/>
    <p:sldId id="329" r:id="rId15"/>
    <p:sldId id="321" r:id="rId16"/>
    <p:sldId id="322" r:id="rId17"/>
    <p:sldId id="323" r:id="rId18"/>
    <p:sldId id="324" r:id="rId19"/>
    <p:sldId id="325" r:id="rId20"/>
    <p:sldId id="309" r:id="rId21"/>
  </p:sldIdLst>
  <p:sldSz cx="12192000" cy="6858000"/>
  <p:notesSz cx="6858000" cy="9144000"/>
  <p:defaultTextStyle>
    <a:defPPr rtl="0">
      <a:defRPr lang="es-ES"/>
    </a:defPPr>
    <a:lvl1pPr marL="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360" userDrawn="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Author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9E6D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5388" autoAdjust="0"/>
  </p:normalViewPr>
  <p:slideViewPr>
    <p:cSldViewPr snapToGrid="0">
      <p:cViewPr varScale="1">
        <p:scale>
          <a:sx n="74" d="100"/>
          <a:sy n="74" d="100"/>
        </p:scale>
        <p:origin x="1042" y="72"/>
      </p:cViewPr>
      <p:guideLst>
        <p:guide orient="horz" pos="3360"/>
        <p:guide pos="3840"/>
      </p:guideLst>
    </p:cSldViewPr>
  </p:slideViewPr>
  <p:outlineViewPr>
    <p:cViewPr>
      <p:scale>
        <a:sx n="33" d="100"/>
        <a:sy n="33" d="100"/>
      </p:scale>
      <p:origin x="0" y="-12672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>
        <p:scale>
          <a:sx n="1" d="2"/>
          <a:sy n="1" d="2"/>
        </p:scale>
        <p:origin x="3882" y="144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commentAuthors" Target="commentAuthor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handoutMaster" Target="handoutMasters/handoutMaster1.xml"/><Relationship Id="rId28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notesMaster" Target="notesMasters/notesMaster1.xml"/><Relationship Id="rId27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53F6ED8B-CF52-4A64-BACC-61D9C1041E0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es-ES" sz="1200"/>
            </a:lvl1pPr>
          </a:lstStyle>
          <a:p>
            <a:pPr rtl="0"/>
            <a:endParaRPr lang="es-ES" dirty="0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0D7022B2-02C5-4E03-99BC-0BA3C57AC49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es-ES" sz="1200"/>
            </a:lvl1pPr>
          </a:lstStyle>
          <a:p>
            <a:pPr rtl="0"/>
            <a:fld id="{146CFD56-E74D-46D7-A822-3A365FC491DB}" type="datetime1">
              <a:rPr lang="es-ES" smtClean="0"/>
              <a:t>15/09/2026</a:t>
            </a:fld>
            <a:endParaRPr lang="es-ES" dirty="0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BC3FEE8C-8D38-4F2A-950E-071C6823E27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es-ES" sz="1200"/>
            </a:lvl1pPr>
          </a:lstStyle>
          <a:p>
            <a:pPr rtl="0"/>
            <a:endParaRPr lang="es-ES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8C567A6D-959B-4552-AB8D-4CCA819CAA7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es-ES" sz="1200"/>
            </a:lvl1pPr>
          </a:lstStyle>
          <a:p>
            <a:pPr rtl="0"/>
            <a:fld id="{4BF9A36D-7FAC-478F-9944-F324014F6FD1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342467698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es-ES" sz="1200"/>
            </a:lvl1pPr>
          </a:lstStyle>
          <a:p>
            <a:pPr rtl="0"/>
            <a:endParaRPr lang="es-ES" dirty="0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es-ES" sz="1200"/>
            </a:lvl1pPr>
          </a:lstStyle>
          <a:p>
            <a:pPr rtl="0"/>
            <a:fld id="{1D8ACD52-3BC9-4181-9014-67395FAB9A59}" type="datetime1">
              <a:rPr lang="es-ES" smtClean="0"/>
              <a:t>15/09/2026</a:t>
            </a:fld>
            <a:endParaRPr lang="es-ES" dirty="0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defPPr>
              <a:defRPr lang="es-ES"/>
            </a:defPPr>
          </a:lstStyle>
          <a:p>
            <a:pPr lvl="0" rtl="0"/>
            <a:r>
              <a:rPr lang="es-ES"/>
              <a:t>Haga clic para modificar los estilos de texto del patrón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es-ES" sz="1200"/>
            </a:lvl1pPr>
          </a:lstStyle>
          <a:p>
            <a:pPr rtl="0"/>
            <a:endParaRPr lang="es-ES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es-ES" sz="1200"/>
            </a:lvl1pPr>
          </a:lstStyle>
          <a:p>
            <a:pPr rtl="0"/>
            <a:fld id="{D4B9A9E5-4F7F-4A7D-9DE1-8992323292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387783183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D4B9A9E5-4F7F-4A7D-9DE1-899232329269}" type="slidenum">
              <a:rPr lang="es-ES" smtClean="0"/>
              <a:t>1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56913785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D4B9A9E5-4F7F-4A7D-9DE1-899232329269}" type="slidenum">
              <a:rPr lang="es-ES" smtClean="0"/>
              <a:t>2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69896935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D4B9A9E5-4F7F-4A7D-9DE1-899232329269}" type="slidenum">
              <a:rPr lang="es-ES" smtClean="0"/>
              <a:t>4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52855054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D4B9A9E5-4F7F-4A7D-9DE1-899232329269}" type="slidenum">
              <a:rPr lang="es-ES" smtClean="0"/>
              <a:t>8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33603358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D4B9A9E5-4F7F-4A7D-9DE1-899232329269}" type="slidenum">
              <a:rPr lang="es-ES" smtClean="0"/>
              <a:t>9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63124206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D4B9A9E5-4F7F-4A7D-9DE1-899232329269}" type="slidenum">
              <a:rPr lang="es-ES" smtClean="0"/>
              <a:t>10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48647280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D4B9A9E5-4F7F-4A7D-9DE1-899232329269}" type="slidenum">
              <a:rPr lang="es-ES" smtClean="0"/>
              <a:t>12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98422958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D4B9A9E5-4F7F-4A7D-9DE1-899232329269}" type="slidenum">
              <a:rPr lang="es-ES" smtClean="0"/>
              <a:t>13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58656568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D4B9A9E5-4F7F-4A7D-9DE1-899232329269}" type="slidenum">
              <a:rPr lang="es-ES" smtClean="0"/>
              <a:t>14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11001086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D4B9A9E5-4F7F-4A7D-9DE1-899232329269}" type="slidenum">
              <a:rPr lang="es-ES" smtClean="0"/>
              <a:t>15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67923820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D4B9A9E5-4F7F-4A7D-9DE1-899232329269}" type="slidenum">
              <a:rPr lang="es-ES" smtClean="0"/>
              <a:t>16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26176769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D4B9A9E5-4F7F-4A7D-9DE1-899232329269}" type="slidenum">
              <a:rPr lang="es-ES" smtClean="0"/>
              <a:t>17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4299665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sv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sv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sv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1.sv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sv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sv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9874996-9779-1D0F-B5C6-7FE85FFF1EF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0" y="2773681"/>
            <a:ext cx="5674360" cy="3200400"/>
          </a:xfrm>
        </p:spPr>
        <p:txBody>
          <a:bodyPr rtlCol="0" anchor="b">
            <a:normAutofit/>
          </a:bodyPr>
          <a:lstStyle>
            <a:lvl1pPr>
              <a:defRPr lang="es-ES" sz="4800">
                <a:solidFill>
                  <a:schemeClr val="bg1"/>
                </a:solidFill>
              </a:defRPr>
            </a:lvl1pPr>
          </a:lstStyle>
          <a:p>
            <a:pPr rtl="0"/>
            <a:r>
              <a:rPr lang="es-ES"/>
              <a:t>Haga clic para agregar un título</a:t>
            </a:r>
          </a:p>
        </p:txBody>
      </p:sp>
      <p:pic>
        <p:nvPicPr>
          <p:cNvPr id="7" name="Gráfico 6">
            <a:extLst>
              <a:ext uri="{FF2B5EF4-FFF2-40B4-BE49-F238E27FC236}">
                <a16:creationId xmlns:a16="http://schemas.microsoft.com/office/drawing/2014/main" id="{96B97173-A601-1D66-1651-4FE0D76A0B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8454" t="1728"/>
          <a:stretch/>
        </p:blipFill>
        <p:spPr>
          <a:xfrm>
            <a:off x="-1" y="0"/>
            <a:ext cx="8264995" cy="53201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08473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áfico 8">
            <a:extLst>
              <a:ext uri="{FF2B5EF4-FFF2-40B4-BE49-F238E27FC236}">
                <a16:creationId xmlns:a16="http://schemas.microsoft.com/office/drawing/2014/main" id="{0DFB311A-EAAD-7656-C753-E8C7399485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44533" t="18691" r="1" b="-131"/>
          <a:stretch/>
        </p:blipFill>
        <p:spPr>
          <a:xfrm rot="5400000">
            <a:off x="7851419" y="-1244552"/>
            <a:ext cx="3096029" cy="5585137"/>
          </a:xfrm>
          <a:custGeom>
            <a:avLst/>
            <a:gdLst>
              <a:gd name="connsiteX0" fmla="*/ 0 w 1756624"/>
              <a:gd name="connsiteY0" fmla="*/ 0 h 6858000"/>
              <a:gd name="connsiteX1" fmla="*/ 1756624 w 1756624"/>
              <a:gd name="connsiteY1" fmla="*/ 0 h 6858000"/>
              <a:gd name="connsiteX2" fmla="*/ 1756624 w 1756624"/>
              <a:gd name="connsiteY2" fmla="*/ 6858000 h 6858000"/>
              <a:gd name="connsiteX3" fmla="*/ 0 w 175662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56624" h="6858000">
                <a:moveTo>
                  <a:pt x="0" y="0"/>
                </a:moveTo>
                <a:lnTo>
                  <a:pt x="1756624" y="0"/>
                </a:lnTo>
                <a:lnTo>
                  <a:pt x="1756624" y="6858000"/>
                </a:lnTo>
                <a:lnTo>
                  <a:pt x="0" y="6858000"/>
                </a:lnTo>
                <a:close/>
              </a:path>
            </a:pathLst>
          </a:custGeom>
        </p:spPr>
      </p:pic>
      <p:pic>
        <p:nvPicPr>
          <p:cNvPr id="10" name="Gráfico 9">
            <a:extLst>
              <a:ext uri="{FF2B5EF4-FFF2-40B4-BE49-F238E27FC236}">
                <a16:creationId xmlns:a16="http://schemas.microsoft.com/office/drawing/2014/main" id="{1612F0DE-D367-10BB-1F71-60AA6527CA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151" r="18577"/>
          <a:stretch/>
        </p:blipFill>
        <p:spPr>
          <a:xfrm>
            <a:off x="7010400" y="0"/>
            <a:ext cx="5181600" cy="68580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4F4F5799-FC34-2F2D-D11E-9B472CAF066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315533"/>
            <a:ext cx="5181600" cy="2376868"/>
          </a:xfrm>
        </p:spPr>
        <p:txBody>
          <a:bodyPr rtlCol="0" anchor="b">
            <a:normAutofit/>
          </a:bodyPr>
          <a:lstStyle>
            <a:lvl1pPr>
              <a:defRPr lang="es-ES" sz="3200"/>
            </a:lvl1pPr>
          </a:lstStyle>
          <a:p>
            <a:pPr rtl="0"/>
            <a:r>
              <a:rPr lang="es-ES"/>
              <a:t>Haga clic para agregar un título</a:t>
            </a:r>
          </a:p>
        </p:txBody>
      </p:sp>
      <p:sp>
        <p:nvSpPr>
          <p:cNvPr id="8" name="Marcador de contenido 7">
            <a:extLst>
              <a:ext uri="{FF2B5EF4-FFF2-40B4-BE49-F238E27FC236}">
                <a16:creationId xmlns:a16="http://schemas.microsoft.com/office/drawing/2014/main" id="{2575025C-084B-CD7A-F546-0E13BA13CFEF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14400" y="2844800"/>
            <a:ext cx="5181600" cy="3128963"/>
          </a:xfrm>
        </p:spPr>
        <p:txBody>
          <a:bodyPr rtlCol="0">
            <a:normAutofit/>
          </a:bodyPr>
          <a:lstStyle>
            <a:lvl1pPr marL="0" indent="0">
              <a:lnSpc>
                <a:spcPct val="120000"/>
              </a:lnSpc>
              <a:buNone/>
              <a:defRPr lang="es-ES" sz="2000"/>
            </a:lvl1pPr>
            <a:lvl2pPr>
              <a:lnSpc>
                <a:spcPct val="120000"/>
              </a:lnSpc>
              <a:defRPr lang="es-ES" sz="1800"/>
            </a:lvl2pPr>
            <a:lvl3pPr>
              <a:lnSpc>
                <a:spcPct val="120000"/>
              </a:lnSpc>
              <a:defRPr lang="es-ES" sz="1600"/>
            </a:lvl3pPr>
            <a:lvl4pPr>
              <a:lnSpc>
                <a:spcPct val="120000"/>
              </a:lnSpc>
              <a:defRPr lang="es-ES" sz="1400"/>
            </a:lvl4pPr>
            <a:lvl5pPr>
              <a:lnSpc>
                <a:spcPct val="120000"/>
              </a:lnSpc>
              <a:defRPr lang="es-ES" sz="1400"/>
            </a:lvl5pPr>
          </a:lstStyle>
          <a:p>
            <a:pPr lvl="0" rtl="0"/>
            <a:r>
              <a:rPr lang="es-ES"/>
              <a:t>Haga clic para agregar texto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sp>
        <p:nvSpPr>
          <p:cNvPr id="5" name="Marcador de número de diapositiva 5">
            <a:extLst>
              <a:ext uri="{FF2B5EF4-FFF2-40B4-BE49-F238E27FC236}">
                <a16:creationId xmlns:a16="http://schemas.microsoft.com/office/drawing/2014/main" id="{B9B66675-D8A5-0062-EB51-C8069A2C3C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es-ES" sz="1200">
                <a:solidFill>
                  <a:schemeClr val="tx1"/>
                </a:solidFill>
              </a:defRPr>
            </a:lvl1pPr>
          </a:lstStyle>
          <a:p>
            <a:pPr rtl="0"/>
            <a:fld id="{B5CEABB6-07DC-46E8-9B57-56EC44A396E5}" type="slidenum">
              <a:rPr lang="es-ES" smtClean="0"/>
              <a:pPr rtl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2387509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de sección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áfico 6">
            <a:extLst>
              <a:ext uri="{FF2B5EF4-FFF2-40B4-BE49-F238E27FC236}">
                <a16:creationId xmlns:a16="http://schemas.microsoft.com/office/drawing/2014/main" id="{B5DE041D-A3BF-94FF-029C-719D4DADA2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3300" t="13815"/>
          <a:stretch/>
        </p:blipFill>
        <p:spPr>
          <a:xfrm>
            <a:off x="0" y="-1"/>
            <a:ext cx="4239206" cy="3776193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0DEE605D-0584-F71C-A97D-B672F13E391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2580640"/>
            <a:ext cx="5181600" cy="3368819"/>
          </a:xfrm>
        </p:spPr>
        <p:txBody>
          <a:bodyPr rtlCol="0" anchor="b">
            <a:normAutofit/>
          </a:bodyPr>
          <a:lstStyle>
            <a:lvl1pPr>
              <a:defRPr lang="es-ES" sz="4800">
                <a:solidFill>
                  <a:schemeClr val="bg1"/>
                </a:solidFill>
              </a:defRPr>
            </a:lvl1pPr>
          </a:lstStyle>
          <a:p>
            <a:pPr rtl="0"/>
            <a:r>
              <a:rPr lang="es-ES"/>
              <a:t>Haga clic para agregar un título</a:t>
            </a:r>
          </a:p>
        </p:txBody>
      </p:sp>
      <p:sp>
        <p:nvSpPr>
          <p:cNvPr id="9" name="Marcador de posición de imagen 8">
            <a:extLst>
              <a:ext uri="{FF2B5EF4-FFF2-40B4-BE49-F238E27FC236}">
                <a16:creationId xmlns:a16="http://schemas.microsoft.com/office/drawing/2014/main" id="{59AF635C-89E6-F6EF-FA6A-417A9A84BF4A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085840" y="-10159"/>
            <a:ext cx="6116320" cy="6868160"/>
          </a:xfrm>
          <a:custGeom>
            <a:avLst/>
            <a:gdLst>
              <a:gd name="connsiteX0" fmla="*/ 0 w 6116320"/>
              <a:gd name="connsiteY0" fmla="*/ 0 h 6880225"/>
              <a:gd name="connsiteX1" fmla="*/ 6116320 w 6116320"/>
              <a:gd name="connsiteY1" fmla="*/ 0 h 6880225"/>
              <a:gd name="connsiteX2" fmla="*/ 6116320 w 6116320"/>
              <a:gd name="connsiteY2" fmla="*/ 6880225 h 6880225"/>
              <a:gd name="connsiteX3" fmla="*/ 0 w 6116320"/>
              <a:gd name="connsiteY3" fmla="*/ 6880225 h 6880225"/>
              <a:gd name="connsiteX4" fmla="*/ 0 w 6116320"/>
              <a:gd name="connsiteY4" fmla="*/ 0 h 6880225"/>
              <a:gd name="connsiteX0" fmla="*/ 0 w 6116320"/>
              <a:gd name="connsiteY0" fmla="*/ 0 h 6880225"/>
              <a:gd name="connsiteX1" fmla="*/ 6116320 w 6116320"/>
              <a:gd name="connsiteY1" fmla="*/ 0 h 6880225"/>
              <a:gd name="connsiteX2" fmla="*/ 6116320 w 6116320"/>
              <a:gd name="connsiteY2" fmla="*/ 6880225 h 6880225"/>
              <a:gd name="connsiteX3" fmla="*/ 2052320 w 6116320"/>
              <a:gd name="connsiteY3" fmla="*/ 6880225 h 6880225"/>
              <a:gd name="connsiteX4" fmla="*/ 0 w 6116320"/>
              <a:gd name="connsiteY4" fmla="*/ 0 h 6880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116320" h="6880225">
                <a:moveTo>
                  <a:pt x="0" y="0"/>
                </a:moveTo>
                <a:lnTo>
                  <a:pt x="6116320" y="0"/>
                </a:lnTo>
                <a:lnTo>
                  <a:pt x="6116320" y="6880225"/>
                </a:lnTo>
                <a:lnTo>
                  <a:pt x="2052320" y="6880225"/>
                </a:lnTo>
                <a:lnTo>
                  <a:pt x="0" y="0"/>
                </a:lnTo>
                <a:close/>
              </a:path>
            </a:pathLst>
          </a:custGeom>
        </p:spPr>
        <p:txBody>
          <a:bodyPr rtlCol="0">
            <a:normAutofit/>
          </a:bodyPr>
          <a:lstStyle>
            <a:lvl1pPr marL="0" indent="0" algn="ctr">
              <a:buNone/>
              <a:defRPr lang="es-ES" sz="2000">
                <a:solidFill>
                  <a:schemeClr val="bg1"/>
                </a:solidFill>
              </a:defRPr>
            </a:lvl1pPr>
          </a:lstStyle>
          <a:p>
            <a:pPr rtl="0"/>
            <a:r>
              <a:rPr lang="es-ES"/>
              <a:t>Haga clic en el icono para insertar una imagen</a:t>
            </a:r>
          </a:p>
        </p:txBody>
      </p:sp>
    </p:spTree>
    <p:extLst>
      <p:ext uri="{BB962C8B-B14F-4D97-AF65-F5344CB8AC3E}">
        <p14:creationId xmlns:p14="http://schemas.microsoft.com/office/powerpoint/2010/main" val="7367892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formación general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áfico 7">
            <a:extLst>
              <a:ext uri="{FF2B5EF4-FFF2-40B4-BE49-F238E27FC236}">
                <a16:creationId xmlns:a16="http://schemas.microsoft.com/office/drawing/2014/main" id="{2B74EE53-DB22-C27E-074F-A7129585FE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5158" t="-5374" b="78533"/>
          <a:stretch/>
        </p:blipFill>
        <p:spPr>
          <a:xfrm rot="10800000">
            <a:off x="6324600" y="0"/>
            <a:ext cx="5867400" cy="1647324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278AEF0C-FA4B-8C23-0132-5529EC244F9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6480" y="1310639"/>
            <a:ext cx="4805997" cy="2689629"/>
          </a:xfrm>
        </p:spPr>
        <p:txBody>
          <a:bodyPr rtlCol="0" anchor="b">
            <a:normAutofit/>
          </a:bodyPr>
          <a:lstStyle>
            <a:lvl1pPr>
              <a:defRPr lang="es-ES" sz="4800"/>
            </a:lvl1pPr>
          </a:lstStyle>
          <a:p>
            <a:pPr rtl="0"/>
            <a:r>
              <a:rPr lang="es-ES"/>
              <a:t>Haga clic para agregar un título</a:t>
            </a:r>
          </a:p>
        </p:txBody>
      </p:sp>
      <p:sp>
        <p:nvSpPr>
          <p:cNvPr id="12" name="Marcador de posición de imagen 11">
            <a:extLst>
              <a:ext uri="{FF2B5EF4-FFF2-40B4-BE49-F238E27FC236}">
                <a16:creationId xmlns:a16="http://schemas.microsoft.com/office/drawing/2014/main" id="{B3DD4867-9B0B-647C-1F78-5E50BF30F089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-10160"/>
            <a:ext cx="6096000" cy="6858000"/>
          </a:xfrm>
          <a:custGeom>
            <a:avLst/>
            <a:gdLst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6858000 h 6858000"/>
              <a:gd name="connsiteX3" fmla="*/ 0 w 6096000"/>
              <a:gd name="connsiteY3" fmla="*/ 6858000 h 6858000"/>
              <a:gd name="connsiteX4" fmla="*/ 0 w 6096000"/>
              <a:gd name="connsiteY4" fmla="*/ 0 h 6858000"/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4053840 w 6096000"/>
              <a:gd name="connsiteY2" fmla="*/ 6858000 h 6858000"/>
              <a:gd name="connsiteX3" fmla="*/ 0 w 6096000"/>
              <a:gd name="connsiteY3" fmla="*/ 6858000 h 6858000"/>
              <a:gd name="connsiteX4" fmla="*/ 0 w 6096000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96000" h="6858000">
                <a:moveTo>
                  <a:pt x="0" y="0"/>
                </a:moveTo>
                <a:lnTo>
                  <a:pt x="6096000" y="0"/>
                </a:lnTo>
                <a:lnTo>
                  <a:pt x="405384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</p:spPr>
        <p:txBody>
          <a:bodyPr rtlCol="0">
            <a:normAutofit/>
          </a:bodyPr>
          <a:lstStyle>
            <a:lvl1pPr marL="0" indent="0" algn="ctr">
              <a:buNone/>
              <a:defRPr lang="es-ES" sz="2000"/>
            </a:lvl1pPr>
          </a:lstStyle>
          <a:p>
            <a:pPr rtl="0"/>
            <a:r>
              <a:rPr lang="es-MX"/>
              <a:t>Haz clic en el icono para agregar una imagen</a:t>
            </a:r>
            <a:endParaRPr lang="es-ES"/>
          </a:p>
        </p:txBody>
      </p:sp>
      <p:sp>
        <p:nvSpPr>
          <p:cNvPr id="10" name="Marcador de contenido 9">
            <a:extLst>
              <a:ext uri="{FF2B5EF4-FFF2-40B4-BE49-F238E27FC236}">
                <a16:creationId xmlns:a16="http://schemas.microsoft.com/office/drawing/2014/main" id="{BFF4D65D-965A-5E86-4D91-C72D1D03A8B9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126163" y="4172990"/>
            <a:ext cx="4805997" cy="2389736"/>
          </a:xfrm>
        </p:spPr>
        <p:txBody>
          <a:bodyPr rtlCol="0">
            <a:normAutofit/>
          </a:bodyPr>
          <a:lstStyle>
            <a:lvl1pPr marL="0" indent="0">
              <a:buFont typeface="Arial" panose="020B0604020202020204" pitchFamily="34" charset="0"/>
              <a:buNone/>
              <a:defRPr lang="es-ES" sz="2000"/>
            </a:lvl1pPr>
            <a:lvl2pPr marL="457200" indent="0">
              <a:buNone/>
              <a:defRPr lang="es-ES" sz="1800"/>
            </a:lvl2pPr>
            <a:lvl3pPr marL="914400" indent="0">
              <a:buNone/>
              <a:defRPr lang="es-ES" sz="1600"/>
            </a:lvl3pPr>
            <a:lvl4pPr marL="1371600" indent="0">
              <a:buNone/>
              <a:defRPr lang="es-ES" sz="1400"/>
            </a:lvl4pPr>
            <a:lvl5pPr marL="1828800" indent="0">
              <a:buNone/>
              <a:defRPr lang="es-ES" sz="1400"/>
            </a:lvl5pPr>
          </a:lstStyle>
          <a:p>
            <a:pPr lvl="0" rtl="0"/>
            <a:r>
              <a:rPr lang="es-ES"/>
              <a:t>Haga clic para agregar texto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</p:spTree>
    <p:extLst>
      <p:ext uri="{BB962C8B-B14F-4D97-AF65-F5344CB8AC3E}">
        <p14:creationId xmlns:p14="http://schemas.microsoft.com/office/powerpoint/2010/main" val="2263656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y conteni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áfico 2">
            <a:extLst>
              <a:ext uri="{FF2B5EF4-FFF2-40B4-BE49-F238E27FC236}">
                <a16:creationId xmlns:a16="http://schemas.microsoft.com/office/drawing/2014/main" id="{04C9F686-E069-3B60-9625-01EE6A41D7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45239"/>
          <a:stretch/>
        </p:blipFill>
        <p:spPr>
          <a:xfrm flipH="1">
            <a:off x="9135414" y="0"/>
            <a:ext cx="3056586" cy="6858000"/>
          </a:xfrm>
          <a:custGeom>
            <a:avLst/>
            <a:gdLst>
              <a:gd name="connsiteX0" fmla="*/ 4284372 w 4284372"/>
              <a:gd name="connsiteY0" fmla="*/ 0 h 6858000"/>
              <a:gd name="connsiteX1" fmla="*/ 0 w 4284372"/>
              <a:gd name="connsiteY1" fmla="*/ 0 h 6858000"/>
              <a:gd name="connsiteX2" fmla="*/ 0 w 4284372"/>
              <a:gd name="connsiteY2" fmla="*/ 6858000 h 6858000"/>
              <a:gd name="connsiteX3" fmla="*/ 4284372 w 4284372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84372" h="6858000">
                <a:moveTo>
                  <a:pt x="4284372" y="0"/>
                </a:moveTo>
                <a:lnTo>
                  <a:pt x="0" y="0"/>
                </a:lnTo>
                <a:lnTo>
                  <a:pt x="0" y="6858000"/>
                </a:lnTo>
                <a:lnTo>
                  <a:pt x="4284372" y="6858000"/>
                </a:lnTo>
                <a:close/>
              </a:path>
            </a:pathLst>
          </a:custGeom>
        </p:spPr>
      </p:pic>
      <p:pic>
        <p:nvPicPr>
          <p:cNvPr id="9" name="Gráfico 8">
            <a:extLst>
              <a:ext uri="{FF2B5EF4-FFF2-40B4-BE49-F238E27FC236}">
                <a16:creationId xmlns:a16="http://schemas.microsoft.com/office/drawing/2014/main" id="{6D7227F9-50F9-820B-69B7-924C021204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b="2330"/>
          <a:stretch/>
        </p:blipFill>
        <p:spPr>
          <a:xfrm>
            <a:off x="7810500" y="3025140"/>
            <a:ext cx="4381500" cy="383286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448D1E69-316E-A8E1-7ADA-040A0E49073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399" y="365125"/>
            <a:ext cx="7273637" cy="1646555"/>
          </a:xfrm>
        </p:spPr>
        <p:txBody>
          <a:bodyPr rtlCol="0">
            <a:normAutofit/>
          </a:bodyPr>
          <a:lstStyle>
            <a:lvl1pPr>
              <a:defRPr lang="es-ES" sz="3200"/>
            </a:lvl1pPr>
          </a:lstStyle>
          <a:p>
            <a:pPr rtl="0"/>
            <a:r>
              <a:rPr lang="es-ES"/>
              <a:t>Haga clic para agregar un título</a:t>
            </a:r>
          </a:p>
        </p:txBody>
      </p:sp>
      <p:sp>
        <p:nvSpPr>
          <p:cNvPr id="11" name="Marcador de contenido 10">
            <a:extLst>
              <a:ext uri="{FF2B5EF4-FFF2-40B4-BE49-F238E27FC236}">
                <a16:creationId xmlns:a16="http://schemas.microsoft.com/office/drawing/2014/main" id="{61069CA0-E0AB-99C6-10DB-13AAC019DD7D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14399" y="2011363"/>
            <a:ext cx="7273638" cy="4155757"/>
          </a:xfrm>
        </p:spPr>
        <p:txBody>
          <a:bodyPr rtlCol="0"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lang="es-ES" sz="2000"/>
            </a:lvl1pPr>
            <a:lvl2pPr>
              <a:spcBef>
                <a:spcPts val="0"/>
              </a:spcBef>
              <a:spcAft>
                <a:spcPts val="1200"/>
              </a:spcAft>
              <a:defRPr lang="es-ES" sz="1800"/>
            </a:lvl2pPr>
            <a:lvl3pPr>
              <a:spcBef>
                <a:spcPts val="0"/>
              </a:spcBef>
              <a:spcAft>
                <a:spcPts val="1200"/>
              </a:spcAft>
              <a:defRPr lang="es-ES" sz="1600"/>
            </a:lvl3pPr>
            <a:lvl4pPr>
              <a:spcBef>
                <a:spcPts val="0"/>
              </a:spcBef>
              <a:spcAft>
                <a:spcPts val="1200"/>
              </a:spcAft>
              <a:defRPr lang="es-ES" sz="1400"/>
            </a:lvl4pPr>
            <a:lvl5pPr>
              <a:spcBef>
                <a:spcPts val="0"/>
              </a:spcBef>
              <a:spcAft>
                <a:spcPts val="1200"/>
              </a:spcAft>
              <a:defRPr lang="es-ES" sz="1400"/>
            </a:lvl5pPr>
          </a:lstStyle>
          <a:p>
            <a:pPr lvl="0" rtl="0"/>
            <a:r>
              <a:rPr lang="es-ES"/>
              <a:t>Haga clic para agregar texto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sp>
        <p:nvSpPr>
          <p:cNvPr id="5" name="Marcador de número de diapositiva 5">
            <a:extLst>
              <a:ext uri="{FF2B5EF4-FFF2-40B4-BE49-F238E27FC236}">
                <a16:creationId xmlns:a16="http://schemas.microsoft.com/office/drawing/2014/main" id="{B9B66675-D8A5-0062-EB51-C8069A2C3C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es-ES" sz="1200">
                <a:solidFill>
                  <a:schemeClr val="tx1"/>
                </a:solidFill>
              </a:defRPr>
            </a:lvl1pPr>
          </a:lstStyle>
          <a:p>
            <a:pPr rtl="0"/>
            <a:fld id="{B5CEABB6-07DC-46E8-9B57-56EC44A396E5}" type="slidenum">
              <a:rPr lang="es-ES" smtClean="0"/>
              <a:pPr rtl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8152138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, contenido e imagen a la izquierda 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áfico 5">
            <a:extLst>
              <a:ext uri="{FF2B5EF4-FFF2-40B4-BE49-F238E27FC236}">
                <a16:creationId xmlns:a16="http://schemas.microsoft.com/office/drawing/2014/main" id="{4589277D-BC14-E7E0-5822-5575F563E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16200000">
            <a:off x="8039100" y="228600"/>
            <a:ext cx="4381500" cy="39243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4FDB1BDE-C8F3-ACC0-740B-CBD8128777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0" y="375285"/>
            <a:ext cx="4896678" cy="3624984"/>
          </a:xfrm>
        </p:spPr>
        <p:txBody>
          <a:bodyPr rtlCol="0" anchor="b">
            <a:normAutofit/>
          </a:bodyPr>
          <a:lstStyle>
            <a:lvl1pPr>
              <a:defRPr lang="es-ES" sz="4800">
                <a:solidFill>
                  <a:schemeClr val="bg1"/>
                </a:solidFill>
              </a:defRPr>
            </a:lvl1pPr>
          </a:lstStyle>
          <a:p>
            <a:pPr rtl="0"/>
            <a:r>
              <a:rPr lang="es-MX"/>
              <a:t>Haz clic para modificar el estilo de título del patrón</a:t>
            </a:r>
            <a:endParaRPr lang="es-ES" dirty="0"/>
          </a:p>
        </p:txBody>
      </p:sp>
      <p:sp>
        <p:nvSpPr>
          <p:cNvPr id="11" name="Marcador de posición de imagen 10">
            <a:extLst>
              <a:ext uri="{FF2B5EF4-FFF2-40B4-BE49-F238E27FC236}">
                <a16:creationId xmlns:a16="http://schemas.microsoft.com/office/drawing/2014/main" id="{128597A3-47D0-F393-55D9-07FFD951F39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6096000" cy="6858000"/>
          </a:xfrm>
          <a:custGeom>
            <a:avLst/>
            <a:gdLst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6858000 h 6858000"/>
              <a:gd name="connsiteX3" fmla="*/ 0 w 6096000"/>
              <a:gd name="connsiteY3" fmla="*/ 6858000 h 6858000"/>
              <a:gd name="connsiteX4" fmla="*/ 0 w 6096000"/>
              <a:gd name="connsiteY4" fmla="*/ 0 h 6858000"/>
              <a:gd name="connsiteX0" fmla="*/ 0 w 6096000"/>
              <a:gd name="connsiteY0" fmla="*/ 0 h 6858000"/>
              <a:gd name="connsiteX1" fmla="*/ 4053840 w 6096000"/>
              <a:gd name="connsiteY1" fmla="*/ 0 h 6858000"/>
              <a:gd name="connsiteX2" fmla="*/ 6096000 w 6096000"/>
              <a:gd name="connsiteY2" fmla="*/ 6858000 h 6858000"/>
              <a:gd name="connsiteX3" fmla="*/ 0 w 6096000"/>
              <a:gd name="connsiteY3" fmla="*/ 6858000 h 6858000"/>
              <a:gd name="connsiteX4" fmla="*/ 0 w 6096000"/>
              <a:gd name="connsiteY4" fmla="*/ 0 h 6858000"/>
              <a:gd name="connsiteX0" fmla="*/ 586 w 6096586"/>
              <a:gd name="connsiteY0" fmla="*/ 0 h 6858000"/>
              <a:gd name="connsiteX1" fmla="*/ 4054426 w 6096586"/>
              <a:gd name="connsiteY1" fmla="*/ 0 h 6858000"/>
              <a:gd name="connsiteX2" fmla="*/ 6096586 w 6096586"/>
              <a:gd name="connsiteY2" fmla="*/ 6858000 h 6858000"/>
              <a:gd name="connsiteX3" fmla="*/ 586 w 6096586"/>
              <a:gd name="connsiteY3" fmla="*/ 6858000 h 6858000"/>
              <a:gd name="connsiteX4" fmla="*/ 586 w 6096586"/>
              <a:gd name="connsiteY4" fmla="*/ 3669792 h 6858000"/>
              <a:gd name="connsiteX5" fmla="*/ 586 w 6096586"/>
              <a:gd name="connsiteY5" fmla="*/ 0 h 6858000"/>
              <a:gd name="connsiteX0" fmla="*/ 0 w 6096000"/>
              <a:gd name="connsiteY0" fmla="*/ 0 h 6858000"/>
              <a:gd name="connsiteX1" fmla="*/ 4053840 w 6096000"/>
              <a:gd name="connsiteY1" fmla="*/ 0 h 6858000"/>
              <a:gd name="connsiteX2" fmla="*/ 6096000 w 6096000"/>
              <a:gd name="connsiteY2" fmla="*/ 6858000 h 6858000"/>
              <a:gd name="connsiteX3" fmla="*/ 950976 w 6096000"/>
              <a:gd name="connsiteY3" fmla="*/ 6858000 h 6858000"/>
              <a:gd name="connsiteX4" fmla="*/ 0 w 6096000"/>
              <a:gd name="connsiteY4" fmla="*/ 3669792 h 6858000"/>
              <a:gd name="connsiteX5" fmla="*/ 0 w 6096000"/>
              <a:gd name="connsiteY5" fmla="*/ 0 h 6858000"/>
              <a:gd name="connsiteX0" fmla="*/ 0 w 6096000"/>
              <a:gd name="connsiteY0" fmla="*/ 0 h 6858000"/>
              <a:gd name="connsiteX1" fmla="*/ 4053840 w 6096000"/>
              <a:gd name="connsiteY1" fmla="*/ 0 h 6858000"/>
              <a:gd name="connsiteX2" fmla="*/ 6096000 w 6096000"/>
              <a:gd name="connsiteY2" fmla="*/ 6858000 h 6858000"/>
              <a:gd name="connsiteX3" fmla="*/ 950976 w 6096000"/>
              <a:gd name="connsiteY3" fmla="*/ 6858000 h 6858000"/>
              <a:gd name="connsiteX4" fmla="*/ 0 w 6096000"/>
              <a:gd name="connsiteY4" fmla="*/ 3669792 h 6858000"/>
              <a:gd name="connsiteX5" fmla="*/ 0 w 6096000"/>
              <a:gd name="connsiteY5" fmla="*/ 0 h 6858000"/>
              <a:gd name="connsiteX0" fmla="*/ 0 w 6096000"/>
              <a:gd name="connsiteY0" fmla="*/ 0 h 6858000"/>
              <a:gd name="connsiteX1" fmla="*/ 4053840 w 6096000"/>
              <a:gd name="connsiteY1" fmla="*/ 0 h 6858000"/>
              <a:gd name="connsiteX2" fmla="*/ 6096000 w 6096000"/>
              <a:gd name="connsiteY2" fmla="*/ 6858000 h 6858000"/>
              <a:gd name="connsiteX3" fmla="*/ 950976 w 6096000"/>
              <a:gd name="connsiteY3" fmla="*/ 6858000 h 6858000"/>
              <a:gd name="connsiteX4" fmla="*/ 0 w 6096000"/>
              <a:gd name="connsiteY4" fmla="*/ 3669792 h 6858000"/>
              <a:gd name="connsiteX5" fmla="*/ 0 w 6096000"/>
              <a:gd name="connsiteY5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096000" h="6858000">
                <a:moveTo>
                  <a:pt x="0" y="0"/>
                </a:moveTo>
                <a:lnTo>
                  <a:pt x="4053840" y="0"/>
                </a:lnTo>
                <a:lnTo>
                  <a:pt x="6096000" y="6858000"/>
                </a:lnTo>
                <a:lnTo>
                  <a:pt x="950976" y="6858000"/>
                </a:lnTo>
                <a:lnTo>
                  <a:pt x="0" y="3669792"/>
                </a:lnTo>
                <a:lnTo>
                  <a:pt x="0" y="0"/>
                </a:lnTo>
                <a:close/>
              </a:path>
            </a:pathLst>
          </a:custGeom>
        </p:spPr>
        <p:txBody>
          <a:bodyPr rtlCol="0">
            <a:normAutofit/>
          </a:bodyPr>
          <a:lstStyle>
            <a:lvl1pPr marL="0" indent="0" algn="l">
              <a:buNone/>
              <a:defRPr lang="es-ES" sz="2000">
                <a:solidFill>
                  <a:schemeClr val="bg1"/>
                </a:solidFill>
              </a:defRPr>
            </a:lvl1pPr>
          </a:lstStyle>
          <a:p>
            <a:pPr rtl="0"/>
            <a:r>
              <a:rPr lang="es-MX"/>
              <a:t>Haz clic en el icono para agregar una imagen</a:t>
            </a:r>
            <a:endParaRPr lang="es-ES"/>
          </a:p>
        </p:txBody>
      </p:sp>
      <p:sp>
        <p:nvSpPr>
          <p:cNvPr id="9" name="Marcador de contenido 10">
            <a:extLst>
              <a:ext uri="{FF2B5EF4-FFF2-40B4-BE49-F238E27FC236}">
                <a16:creationId xmlns:a16="http://schemas.microsoft.com/office/drawing/2014/main" id="{4BF260CE-C6E3-AE7A-DB8E-A72A1CF5B54E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096000" y="4172990"/>
            <a:ext cx="4896677" cy="2309726"/>
          </a:xfrm>
        </p:spPr>
        <p:txBody>
          <a:bodyPr rtlCol="0">
            <a:normAutofit/>
          </a:bodyPr>
          <a:lstStyle>
            <a:lvl1pPr marL="0" indent="0">
              <a:spcBef>
                <a:spcPts val="0"/>
              </a:spcBef>
              <a:spcAft>
                <a:spcPts val="1200"/>
              </a:spcAft>
              <a:buNone/>
              <a:defRPr lang="es-ES" sz="2000">
                <a:solidFill>
                  <a:schemeClr val="bg1"/>
                </a:solidFill>
              </a:defRPr>
            </a:lvl1pPr>
            <a:lvl2pPr marL="742950" indent="-28575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s-ES" sz="1800">
                <a:solidFill>
                  <a:schemeClr val="bg1"/>
                </a:solidFill>
              </a:defRPr>
            </a:lvl2pPr>
            <a:lvl3pPr marL="1200150" indent="-28575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s-ES" sz="1600">
                <a:solidFill>
                  <a:schemeClr val="bg1"/>
                </a:solidFill>
              </a:defRPr>
            </a:lvl3pPr>
            <a:lvl4pPr marL="1657350" indent="-28575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s-ES" sz="1400">
                <a:solidFill>
                  <a:schemeClr val="bg1"/>
                </a:solidFill>
              </a:defRPr>
            </a:lvl4pPr>
            <a:lvl5pPr marL="2114550" indent="-28575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s-ES" sz="14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s-ES"/>
              <a:t>Haga clic para agregar texto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</p:spTree>
    <p:extLst>
      <p:ext uri="{BB962C8B-B14F-4D97-AF65-F5344CB8AC3E}">
        <p14:creationId xmlns:p14="http://schemas.microsoft.com/office/powerpoint/2010/main" val="27891114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y dos contenidos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áfico 7">
            <a:extLst>
              <a:ext uri="{FF2B5EF4-FFF2-40B4-BE49-F238E27FC236}">
                <a16:creationId xmlns:a16="http://schemas.microsoft.com/office/drawing/2014/main" id="{D6E20435-B9A5-359D-133D-5D3EED409C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955" t="41988" r="53993" b="33420"/>
          <a:stretch/>
        </p:blipFill>
        <p:spPr>
          <a:xfrm rot="10800000">
            <a:off x="9198864" y="-5"/>
            <a:ext cx="2993136" cy="1517907"/>
          </a:xfrm>
          <a:prstGeom prst="rect">
            <a:avLst/>
          </a:prstGeom>
        </p:spPr>
      </p:pic>
      <p:pic>
        <p:nvPicPr>
          <p:cNvPr id="9" name="Gráfico 8">
            <a:extLst>
              <a:ext uri="{FF2B5EF4-FFF2-40B4-BE49-F238E27FC236}">
                <a16:creationId xmlns:a16="http://schemas.microsoft.com/office/drawing/2014/main" id="{7B99CAE4-AA9B-52BA-7DE8-8245CE705D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5445" t="24819" r="46503"/>
          <a:stretch/>
        </p:blipFill>
        <p:spPr>
          <a:xfrm rot="16200000">
            <a:off x="961221" y="4525179"/>
            <a:ext cx="1371600" cy="3294042"/>
          </a:xfrm>
          <a:prstGeom prst="rect">
            <a:avLst/>
          </a:prstGeom>
        </p:spPr>
      </p:pic>
      <p:sp>
        <p:nvSpPr>
          <p:cNvPr id="10" name="Título 9">
            <a:extLst>
              <a:ext uri="{FF2B5EF4-FFF2-40B4-BE49-F238E27FC236}">
                <a16:creationId xmlns:a16="http://schemas.microsoft.com/office/drawing/2014/main" id="{28DFE681-710B-6FE5-B8E0-3BC9DB9F12D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399" y="365125"/>
            <a:ext cx="10363201" cy="1629601"/>
          </a:xfrm>
        </p:spPr>
        <p:txBody>
          <a:bodyPr rtlCol="0">
            <a:normAutofit/>
          </a:bodyPr>
          <a:lstStyle>
            <a:lvl1pPr>
              <a:defRPr lang="es-ES" sz="3200"/>
            </a:lvl1pPr>
          </a:lstStyle>
          <a:p>
            <a:pPr rtl="0"/>
            <a:r>
              <a:rPr lang="es-ES"/>
              <a:t>Haga clic para agregar un título</a:t>
            </a:r>
          </a:p>
        </p:txBody>
      </p:sp>
      <p:sp>
        <p:nvSpPr>
          <p:cNvPr id="11" name="Marcador de contenido 10">
            <a:extLst>
              <a:ext uri="{FF2B5EF4-FFF2-40B4-BE49-F238E27FC236}">
                <a16:creationId xmlns:a16="http://schemas.microsoft.com/office/drawing/2014/main" id="{3FE383D3-6A16-1891-FF52-470B26B94042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14399" y="2022250"/>
            <a:ext cx="4992709" cy="3747180"/>
          </a:xfrm>
        </p:spPr>
        <p:txBody>
          <a:bodyPr rtlCol="0"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lang="es-ES" sz="2000"/>
            </a:lvl1pPr>
            <a:lvl2pPr>
              <a:spcBef>
                <a:spcPts val="0"/>
              </a:spcBef>
              <a:spcAft>
                <a:spcPts val="1200"/>
              </a:spcAft>
              <a:defRPr lang="es-ES" sz="1800"/>
            </a:lvl2pPr>
            <a:lvl3pPr>
              <a:spcBef>
                <a:spcPts val="0"/>
              </a:spcBef>
              <a:spcAft>
                <a:spcPts val="1200"/>
              </a:spcAft>
              <a:defRPr lang="es-ES" sz="1600"/>
            </a:lvl3pPr>
            <a:lvl4pPr>
              <a:spcBef>
                <a:spcPts val="0"/>
              </a:spcBef>
              <a:spcAft>
                <a:spcPts val="1200"/>
              </a:spcAft>
              <a:defRPr lang="es-ES" sz="1400"/>
            </a:lvl4pPr>
            <a:lvl5pPr>
              <a:spcBef>
                <a:spcPts val="0"/>
              </a:spcBef>
              <a:spcAft>
                <a:spcPts val="1200"/>
              </a:spcAft>
              <a:defRPr lang="es-ES" sz="1400"/>
            </a:lvl5pPr>
          </a:lstStyle>
          <a:p>
            <a:pPr lvl="0" rtl="0"/>
            <a:r>
              <a:rPr lang="es-ES"/>
              <a:t>Haga clic para agregar texto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sp>
        <p:nvSpPr>
          <p:cNvPr id="12" name="Marcador de contenido 10">
            <a:extLst>
              <a:ext uri="{FF2B5EF4-FFF2-40B4-BE49-F238E27FC236}">
                <a16:creationId xmlns:a16="http://schemas.microsoft.com/office/drawing/2014/main" id="{74B5EB04-CA6E-7417-56DF-A55B21E94B74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284891" y="2022250"/>
            <a:ext cx="4992709" cy="3747180"/>
          </a:xfrm>
        </p:spPr>
        <p:txBody>
          <a:bodyPr rtlCol="0"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lang="es-ES" sz="2000"/>
            </a:lvl1pPr>
            <a:lvl2pPr>
              <a:spcBef>
                <a:spcPts val="0"/>
              </a:spcBef>
              <a:spcAft>
                <a:spcPts val="1200"/>
              </a:spcAft>
              <a:defRPr lang="es-ES" sz="1800"/>
            </a:lvl2pPr>
            <a:lvl3pPr>
              <a:spcBef>
                <a:spcPts val="0"/>
              </a:spcBef>
              <a:spcAft>
                <a:spcPts val="1200"/>
              </a:spcAft>
              <a:defRPr lang="es-ES" sz="1600"/>
            </a:lvl3pPr>
            <a:lvl4pPr>
              <a:spcBef>
                <a:spcPts val="0"/>
              </a:spcBef>
              <a:spcAft>
                <a:spcPts val="1200"/>
              </a:spcAft>
              <a:defRPr lang="es-ES" sz="1400"/>
            </a:lvl4pPr>
            <a:lvl5pPr>
              <a:spcBef>
                <a:spcPts val="0"/>
              </a:spcBef>
              <a:spcAft>
                <a:spcPts val="1200"/>
              </a:spcAft>
              <a:defRPr lang="es-ES" sz="1400"/>
            </a:lvl5pPr>
          </a:lstStyle>
          <a:p>
            <a:pPr lvl="0" rtl="0"/>
            <a:r>
              <a:rPr lang="es-ES"/>
              <a:t>Haga clic para agregar texto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sp>
        <p:nvSpPr>
          <p:cNvPr id="5" name="Marcador de número de diapositiva 5">
            <a:extLst>
              <a:ext uri="{FF2B5EF4-FFF2-40B4-BE49-F238E27FC236}">
                <a16:creationId xmlns:a16="http://schemas.microsoft.com/office/drawing/2014/main" id="{B9B66675-D8A5-0062-EB51-C8069A2C3C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es-ES" sz="1200">
                <a:solidFill>
                  <a:schemeClr val="tx1"/>
                </a:solidFill>
              </a:defRPr>
            </a:lvl1pPr>
          </a:lstStyle>
          <a:p>
            <a:pPr rtl="0"/>
            <a:fld id="{B5CEABB6-07DC-46E8-9B57-56EC44A396E5}" type="slidenum">
              <a:rPr lang="es-ES" smtClean="0"/>
              <a:pPr rtl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4177926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y dos contenidos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áfico 7">
            <a:extLst>
              <a:ext uri="{FF2B5EF4-FFF2-40B4-BE49-F238E27FC236}">
                <a16:creationId xmlns:a16="http://schemas.microsoft.com/office/drawing/2014/main" id="{A783FA55-EF1D-66CF-8FD5-29086D71E6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981" t="40714" r="61027" b="44471"/>
          <a:stretch/>
        </p:blipFill>
        <p:spPr>
          <a:xfrm rot="10800000" flipV="1">
            <a:off x="-26830" y="5950040"/>
            <a:ext cx="2513521" cy="914400"/>
          </a:xfrm>
          <a:prstGeom prst="rect">
            <a:avLst/>
          </a:prstGeom>
        </p:spPr>
      </p:pic>
      <p:pic>
        <p:nvPicPr>
          <p:cNvPr id="9" name="Gráfico 8">
            <a:extLst>
              <a:ext uri="{FF2B5EF4-FFF2-40B4-BE49-F238E27FC236}">
                <a16:creationId xmlns:a16="http://schemas.microsoft.com/office/drawing/2014/main" id="{542CEFED-8DE0-0155-A5B6-A44051A6D0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8883" t="18052" r="46636"/>
          <a:stretch/>
        </p:blipFill>
        <p:spPr>
          <a:xfrm rot="16200000" flipH="1" flipV="1">
            <a:off x="9553763" y="-952310"/>
            <a:ext cx="1685928" cy="3590547"/>
          </a:xfrm>
          <a:prstGeom prst="rect">
            <a:avLst/>
          </a:prstGeom>
        </p:spPr>
      </p:pic>
      <p:sp>
        <p:nvSpPr>
          <p:cNvPr id="10" name="Título 9">
            <a:extLst>
              <a:ext uri="{FF2B5EF4-FFF2-40B4-BE49-F238E27FC236}">
                <a16:creationId xmlns:a16="http://schemas.microsoft.com/office/drawing/2014/main" id="{57FC493E-284F-ADBA-D92D-883CAB13AD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398" y="365125"/>
            <a:ext cx="10439401" cy="1617017"/>
          </a:xfrm>
        </p:spPr>
        <p:txBody>
          <a:bodyPr rtlCol="0">
            <a:normAutofit/>
          </a:bodyPr>
          <a:lstStyle>
            <a:lvl1pPr>
              <a:defRPr lang="es-ES" sz="3200"/>
            </a:lvl1pPr>
          </a:lstStyle>
          <a:p>
            <a:pPr rtl="0"/>
            <a:r>
              <a:rPr lang="es-ES"/>
              <a:t>Haga clic para agregar un título</a:t>
            </a:r>
          </a:p>
        </p:txBody>
      </p:sp>
      <p:sp>
        <p:nvSpPr>
          <p:cNvPr id="11" name="Marcador de contenido 10">
            <a:extLst>
              <a:ext uri="{FF2B5EF4-FFF2-40B4-BE49-F238E27FC236}">
                <a16:creationId xmlns:a16="http://schemas.microsoft.com/office/drawing/2014/main" id="{4B8B2035-4AA9-D25E-9F15-3ED36F734D1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14399" y="2022250"/>
            <a:ext cx="3310129" cy="3747180"/>
          </a:xfrm>
        </p:spPr>
        <p:txBody>
          <a:bodyPr rtlCol="0"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lang="es-ES" sz="2000" b="1"/>
            </a:lvl1pPr>
            <a:lvl2pPr>
              <a:spcBef>
                <a:spcPts val="0"/>
              </a:spcBef>
              <a:spcAft>
                <a:spcPts val="1200"/>
              </a:spcAft>
              <a:defRPr lang="es-ES" sz="1800" b="1"/>
            </a:lvl2pPr>
            <a:lvl3pPr>
              <a:spcBef>
                <a:spcPts val="0"/>
              </a:spcBef>
              <a:spcAft>
                <a:spcPts val="1200"/>
              </a:spcAft>
              <a:defRPr lang="es-ES" sz="1600" b="1"/>
            </a:lvl3pPr>
            <a:lvl4pPr>
              <a:spcBef>
                <a:spcPts val="0"/>
              </a:spcBef>
              <a:spcAft>
                <a:spcPts val="1200"/>
              </a:spcAft>
              <a:defRPr lang="es-ES" sz="1400" b="1"/>
            </a:lvl4pPr>
            <a:lvl5pPr>
              <a:spcBef>
                <a:spcPts val="0"/>
              </a:spcBef>
              <a:spcAft>
                <a:spcPts val="1200"/>
              </a:spcAft>
              <a:defRPr lang="es-ES" sz="1400" b="1"/>
            </a:lvl5pPr>
          </a:lstStyle>
          <a:p>
            <a:pPr lvl="0" rtl="0"/>
            <a:r>
              <a:rPr lang="es-ES"/>
              <a:t>Haga clic para agregar texto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sp>
        <p:nvSpPr>
          <p:cNvPr id="12" name="Marcador de contenido 10">
            <a:extLst>
              <a:ext uri="{FF2B5EF4-FFF2-40B4-BE49-F238E27FC236}">
                <a16:creationId xmlns:a16="http://schemas.microsoft.com/office/drawing/2014/main" id="{6A694422-6B3E-3D80-AC41-FD1CED52ACAB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602310" y="2018120"/>
            <a:ext cx="6751489" cy="3747180"/>
          </a:xfrm>
        </p:spPr>
        <p:txBody>
          <a:bodyPr rtlCol="0"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lang="es-ES" sz="2000"/>
            </a:lvl1pPr>
            <a:lvl2pPr>
              <a:spcBef>
                <a:spcPts val="0"/>
              </a:spcBef>
              <a:spcAft>
                <a:spcPts val="1200"/>
              </a:spcAft>
              <a:defRPr lang="es-ES" sz="1800"/>
            </a:lvl2pPr>
            <a:lvl3pPr>
              <a:spcBef>
                <a:spcPts val="0"/>
              </a:spcBef>
              <a:spcAft>
                <a:spcPts val="1200"/>
              </a:spcAft>
              <a:defRPr lang="es-ES" sz="1600"/>
            </a:lvl3pPr>
            <a:lvl4pPr>
              <a:spcBef>
                <a:spcPts val="0"/>
              </a:spcBef>
              <a:spcAft>
                <a:spcPts val="1200"/>
              </a:spcAft>
              <a:defRPr lang="es-ES" sz="1400"/>
            </a:lvl4pPr>
            <a:lvl5pPr>
              <a:spcBef>
                <a:spcPts val="0"/>
              </a:spcBef>
              <a:spcAft>
                <a:spcPts val="1200"/>
              </a:spcAft>
              <a:defRPr lang="es-ES" sz="1400"/>
            </a:lvl5pPr>
          </a:lstStyle>
          <a:p>
            <a:pPr lvl="0" rtl="0"/>
            <a:r>
              <a:rPr lang="es-ES"/>
              <a:t>Haga clic para agregar texto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sp>
        <p:nvSpPr>
          <p:cNvPr id="5" name="Marcador de número de diapositiva 5">
            <a:extLst>
              <a:ext uri="{FF2B5EF4-FFF2-40B4-BE49-F238E27FC236}">
                <a16:creationId xmlns:a16="http://schemas.microsoft.com/office/drawing/2014/main" id="{B9B66675-D8A5-0062-EB51-C8069A2C3C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es-ES" sz="1200">
                <a:solidFill>
                  <a:schemeClr val="tx1"/>
                </a:solidFill>
              </a:defRPr>
            </a:lvl1pPr>
          </a:lstStyle>
          <a:p>
            <a:pPr rtl="0"/>
            <a:fld id="{B5CEABB6-07DC-46E8-9B57-56EC44A396E5}" type="slidenum">
              <a:rPr lang="es-ES" smtClean="0"/>
              <a:pPr rtl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7828138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, contenido e imagen a la derecha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áfico 7">
            <a:extLst>
              <a:ext uri="{FF2B5EF4-FFF2-40B4-BE49-F238E27FC236}">
                <a16:creationId xmlns:a16="http://schemas.microsoft.com/office/drawing/2014/main" id="{48DBD2A1-633E-7A22-751B-5CEFCA93F2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67703" t="485" b="67543"/>
          <a:stretch/>
        </p:blipFill>
        <p:spPr>
          <a:xfrm rot="5400000">
            <a:off x="-115162" y="115164"/>
            <a:ext cx="1895058" cy="1664735"/>
          </a:xfrm>
          <a:prstGeom prst="rect">
            <a:avLst/>
          </a:prstGeom>
        </p:spPr>
      </p:pic>
      <p:sp>
        <p:nvSpPr>
          <p:cNvPr id="9" name="Título 8">
            <a:extLst>
              <a:ext uri="{FF2B5EF4-FFF2-40B4-BE49-F238E27FC236}">
                <a16:creationId xmlns:a16="http://schemas.microsoft.com/office/drawing/2014/main" id="{3E7BF4D0-D641-9859-157D-B9094EF3DA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6385" y="446313"/>
            <a:ext cx="5179615" cy="1448747"/>
          </a:xfrm>
        </p:spPr>
        <p:txBody>
          <a:bodyPr rtlCol="0">
            <a:normAutofit/>
          </a:bodyPr>
          <a:lstStyle>
            <a:lvl1pPr>
              <a:defRPr lang="es-ES" sz="3200"/>
            </a:lvl1pPr>
          </a:lstStyle>
          <a:p>
            <a:pPr rtl="0"/>
            <a:r>
              <a:rPr lang="es-ES"/>
              <a:t>Haga clic para agregar un título</a:t>
            </a:r>
          </a:p>
        </p:txBody>
      </p:sp>
      <p:sp>
        <p:nvSpPr>
          <p:cNvPr id="10" name="Marcador de contenido 10">
            <a:extLst>
              <a:ext uri="{FF2B5EF4-FFF2-40B4-BE49-F238E27FC236}">
                <a16:creationId xmlns:a16="http://schemas.microsoft.com/office/drawing/2014/main" id="{115AE488-757F-4C5A-7733-85C1D1EA98D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14399" y="2022250"/>
            <a:ext cx="5181600" cy="3747180"/>
          </a:xfrm>
        </p:spPr>
        <p:txBody>
          <a:bodyPr rtlCol="0"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lang="es-ES" sz="2000" b="0"/>
            </a:lvl1pPr>
            <a:lvl2pPr>
              <a:spcBef>
                <a:spcPts val="0"/>
              </a:spcBef>
              <a:spcAft>
                <a:spcPts val="1200"/>
              </a:spcAft>
              <a:defRPr lang="es-ES" sz="1800" b="0"/>
            </a:lvl2pPr>
            <a:lvl3pPr>
              <a:spcBef>
                <a:spcPts val="0"/>
              </a:spcBef>
              <a:spcAft>
                <a:spcPts val="1200"/>
              </a:spcAft>
              <a:defRPr lang="es-ES" sz="1600" b="0"/>
            </a:lvl3pPr>
            <a:lvl4pPr>
              <a:spcBef>
                <a:spcPts val="0"/>
              </a:spcBef>
              <a:spcAft>
                <a:spcPts val="1200"/>
              </a:spcAft>
              <a:defRPr lang="es-ES" sz="1400" b="0"/>
            </a:lvl4pPr>
            <a:lvl5pPr>
              <a:spcBef>
                <a:spcPts val="0"/>
              </a:spcBef>
              <a:spcAft>
                <a:spcPts val="1200"/>
              </a:spcAft>
              <a:defRPr lang="es-ES" sz="1400" b="0"/>
            </a:lvl5pPr>
          </a:lstStyle>
          <a:p>
            <a:pPr lvl="0" rtl="0"/>
            <a:r>
              <a:rPr lang="es-ES"/>
              <a:t>Haga clic para agregar texto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sp>
        <p:nvSpPr>
          <p:cNvPr id="5" name="Marcador de número de diapositiva 5">
            <a:extLst>
              <a:ext uri="{FF2B5EF4-FFF2-40B4-BE49-F238E27FC236}">
                <a16:creationId xmlns:a16="http://schemas.microsoft.com/office/drawing/2014/main" id="{B9B66675-D8A5-0062-EB51-C8069A2C3C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es-ES" sz="1200">
                <a:solidFill>
                  <a:schemeClr val="tx1"/>
                </a:solidFill>
              </a:defRPr>
            </a:lvl1pPr>
          </a:lstStyle>
          <a:p>
            <a:pPr rtl="0"/>
            <a:fld id="{B5CEABB6-07DC-46E8-9B57-56EC44A396E5}" type="slidenum">
              <a:rPr lang="es-ES" smtClean="0"/>
              <a:pPr rtl="0"/>
              <a:t>‹Nº›</a:t>
            </a:fld>
            <a:endParaRPr lang="es-ES" dirty="0"/>
          </a:p>
        </p:txBody>
      </p:sp>
      <p:sp>
        <p:nvSpPr>
          <p:cNvPr id="12" name="Marcador de posición de imagen 11">
            <a:extLst>
              <a:ext uri="{FF2B5EF4-FFF2-40B4-BE49-F238E27FC236}">
                <a16:creationId xmlns:a16="http://schemas.microsoft.com/office/drawing/2014/main" id="{39DD264F-42B5-DBB0-9839-DB4C6827ED7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076950" y="0"/>
            <a:ext cx="6115050" cy="6868886"/>
          </a:xfrm>
          <a:custGeom>
            <a:avLst/>
            <a:gdLst>
              <a:gd name="connsiteX0" fmla="*/ 0 w 6115050"/>
              <a:gd name="connsiteY0" fmla="*/ 0 h 6858000"/>
              <a:gd name="connsiteX1" fmla="*/ 6115050 w 6115050"/>
              <a:gd name="connsiteY1" fmla="*/ 0 h 6858000"/>
              <a:gd name="connsiteX2" fmla="*/ 6115050 w 6115050"/>
              <a:gd name="connsiteY2" fmla="*/ 6858000 h 6858000"/>
              <a:gd name="connsiteX3" fmla="*/ 0 w 6115050"/>
              <a:gd name="connsiteY3" fmla="*/ 6858000 h 6858000"/>
              <a:gd name="connsiteX4" fmla="*/ 0 w 6115050"/>
              <a:gd name="connsiteY4" fmla="*/ 0 h 6858000"/>
              <a:gd name="connsiteX0" fmla="*/ 2024742 w 6115050"/>
              <a:gd name="connsiteY0" fmla="*/ 0 h 6858000"/>
              <a:gd name="connsiteX1" fmla="*/ 6115050 w 6115050"/>
              <a:gd name="connsiteY1" fmla="*/ 0 h 6858000"/>
              <a:gd name="connsiteX2" fmla="*/ 6115050 w 6115050"/>
              <a:gd name="connsiteY2" fmla="*/ 6858000 h 6858000"/>
              <a:gd name="connsiteX3" fmla="*/ 0 w 6115050"/>
              <a:gd name="connsiteY3" fmla="*/ 6858000 h 6858000"/>
              <a:gd name="connsiteX4" fmla="*/ 2024742 w 6115050"/>
              <a:gd name="connsiteY4" fmla="*/ 0 h 6858000"/>
              <a:gd name="connsiteX0" fmla="*/ 2024742 w 6115050"/>
              <a:gd name="connsiteY0" fmla="*/ 0 h 6858000"/>
              <a:gd name="connsiteX1" fmla="*/ 6115050 w 6115050"/>
              <a:gd name="connsiteY1" fmla="*/ 0 h 6858000"/>
              <a:gd name="connsiteX2" fmla="*/ 6115050 w 6115050"/>
              <a:gd name="connsiteY2" fmla="*/ 3603171 h 6858000"/>
              <a:gd name="connsiteX3" fmla="*/ 6115050 w 6115050"/>
              <a:gd name="connsiteY3" fmla="*/ 6858000 h 6858000"/>
              <a:gd name="connsiteX4" fmla="*/ 0 w 6115050"/>
              <a:gd name="connsiteY4" fmla="*/ 6858000 h 6858000"/>
              <a:gd name="connsiteX5" fmla="*/ 2024742 w 6115050"/>
              <a:gd name="connsiteY5" fmla="*/ 0 h 6858000"/>
              <a:gd name="connsiteX0" fmla="*/ 2024742 w 6115050"/>
              <a:gd name="connsiteY0" fmla="*/ 0 h 6868886"/>
              <a:gd name="connsiteX1" fmla="*/ 6115050 w 6115050"/>
              <a:gd name="connsiteY1" fmla="*/ 0 h 6868886"/>
              <a:gd name="connsiteX2" fmla="*/ 6115050 w 6115050"/>
              <a:gd name="connsiteY2" fmla="*/ 3603171 h 6868886"/>
              <a:gd name="connsiteX3" fmla="*/ 5157107 w 6115050"/>
              <a:gd name="connsiteY3" fmla="*/ 6868886 h 6868886"/>
              <a:gd name="connsiteX4" fmla="*/ 0 w 6115050"/>
              <a:gd name="connsiteY4" fmla="*/ 6858000 h 6868886"/>
              <a:gd name="connsiteX5" fmla="*/ 2024742 w 6115050"/>
              <a:gd name="connsiteY5" fmla="*/ 0 h 68688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115050" h="6868886">
                <a:moveTo>
                  <a:pt x="2024742" y="0"/>
                </a:moveTo>
                <a:lnTo>
                  <a:pt x="6115050" y="0"/>
                </a:lnTo>
                <a:lnTo>
                  <a:pt x="6115050" y="3603171"/>
                </a:lnTo>
                <a:lnTo>
                  <a:pt x="5157107" y="6868886"/>
                </a:lnTo>
                <a:lnTo>
                  <a:pt x="0" y="6858000"/>
                </a:lnTo>
                <a:lnTo>
                  <a:pt x="2024742" y="0"/>
                </a:lnTo>
                <a:close/>
              </a:path>
            </a:pathLst>
          </a:custGeom>
        </p:spPr>
        <p:txBody>
          <a:bodyPr rtlCol="0">
            <a:normAutofit/>
          </a:bodyPr>
          <a:lstStyle>
            <a:lvl1pPr marL="0" indent="0" algn="r">
              <a:buNone/>
              <a:defRPr lang="es-ES" sz="2000"/>
            </a:lvl1pPr>
          </a:lstStyle>
          <a:p>
            <a:pPr rtl="0"/>
            <a:r>
              <a:rPr lang="es-MX"/>
              <a:t>Haz clic en el icono para agregar una imagen</a:t>
            </a:r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4670084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ido y tabla del títul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áfico 1">
            <a:extLst>
              <a:ext uri="{FF2B5EF4-FFF2-40B4-BE49-F238E27FC236}">
                <a16:creationId xmlns:a16="http://schemas.microsoft.com/office/drawing/2014/main" id="{BE5D17C7-3503-7305-8191-20863B7388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55824" b="26760"/>
          <a:stretch/>
        </p:blipFill>
        <p:spPr>
          <a:xfrm>
            <a:off x="9229725" y="1835240"/>
            <a:ext cx="2962275" cy="5022760"/>
          </a:xfrm>
          <a:prstGeom prst="rect">
            <a:avLst/>
          </a:prstGeom>
        </p:spPr>
      </p:pic>
      <p:sp>
        <p:nvSpPr>
          <p:cNvPr id="14" name="Rectángulo 13">
            <a:extLst>
              <a:ext uri="{FF2B5EF4-FFF2-40B4-BE49-F238E27FC236}">
                <a16:creationId xmlns:a16="http://schemas.microsoft.com/office/drawing/2014/main" id="{C76E1AE6-3E01-1CBD-CAEC-11056D00AD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43413" y="1835240"/>
            <a:ext cx="7000875" cy="42798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ES"/>
            </a:defPPr>
          </a:lstStyle>
          <a:p>
            <a:pPr algn="ctr" rtl="0"/>
            <a:endParaRPr lang="es-ES" dirty="0"/>
          </a:p>
        </p:txBody>
      </p:sp>
      <p:pic>
        <p:nvPicPr>
          <p:cNvPr id="9" name="Gráfico 8">
            <a:extLst>
              <a:ext uri="{FF2B5EF4-FFF2-40B4-BE49-F238E27FC236}">
                <a16:creationId xmlns:a16="http://schemas.microsoft.com/office/drawing/2014/main" id="{90E28F03-2149-7C50-779B-6A2D8D789A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t="60903" r="75060" b="10347"/>
          <a:stretch/>
        </p:blipFill>
        <p:spPr>
          <a:xfrm rot="16200000">
            <a:off x="149650" y="-149653"/>
            <a:ext cx="1672375" cy="1971675"/>
          </a:xfrm>
          <a:prstGeom prst="rect">
            <a:avLst/>
          </a:prstGeom>
        </p:spPr>
      </p:pic>
      <p:sp>
        <p:nvSpPr>
          <p:cNvPr id="10" name="Título 9">
            <a:extLst>
              <a:ext uri="{FF2B5EF4-FFF2-40B4-BE49-F238E27FC236}">
                <a16:creationId xmlns:a16="http://schemas.microsoft.com/office/drawing/2014/main" id="{CA4CAE4E-4252-8471-C50B-1DD5AFBFEC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399" y="365125"/>
            <a:ext cx="10363202" cy="1603462"/>
          </a:xfrm>
        </p:spPr>
        <p:txBody>
          <a:bodyPr rtlCol="0">
            <a:normAutofit/>
          </a:bodyPr>
          <a:lstStyle>
            <a:lvl1pPr>
              <a:defRPr lang="es-ES" sz="3200"/>
            </a:lvl1pPr>
          </a:lstStyle>
          <a:p>
            <a:pPr rtl="0"/>
            <a:r>
              <a:rPr lang="es-ES"/>
              <a:t>Haga clic para agregar un título</a:t>
            </a:r>
          </a:p>
        </p:txBody>
      </p:sp>
      <p:sp>
        <p:nvSpPr>
          <p:cNvPr id="11" name="Marcador de contenido 10">
            <a:extLst>
              <a:ext uri="{FF2B5EF4-FFF2-40B4-BE49-F238E27FC236}">
                <a16:creationId xmlns:a16="http://schemas.microsoft.com/office/drawing/2014/main" id="{E493CE42-5465-91AC-A1F4-A4821AE37A9C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14399" y="2022250"/>
            <a:ext cx="3299013" cy="3914910"/>
          </a:xfrm>
        </p:spPr>
        <p:txBody>
          <a:bodyPr rtlCol="0"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lang="es-ES" sz="2000" b="0"/>
            </a:lvl1pPr>
            <a:lvl2pPr>
              <a:spcBef>
                <a:spcPts val="0"/>
              </a:spcBef>
              <a:spcAft>
                <a:spcPts val="1200"/>
              </a:spcAft>
              <a:defRPr lang="es-ES" sz="1800" b="0"/>
            </a:lvl2pPr>
            <a:lvl3pPr>
              <a:spcBef>
                <a:spcPts val="0"/>
              </a:spcBef>
              <a:spcAft>
                <a:spcPts val="1200"/>
              </a:spcAft>
              <a:defRPr lang="es-ES" sz="1600" b="0"/>
            </a:lvl3pPr>
            <a:lvl4pPr>
              <a:spcBef>
                <a:spcPts val="0"/>
              </a:spcBef>
              <a:spcAft>
                <a:spcPts val="1200"/>
              </a:spcAft>
              <a:defRPr lang="es-ES" sz="1400" b="0"/>
            </a:lvl4pPr>
            <a:lvl5pPr>
              <a:spcBef>
                <a:spcPts val="0"/>
              </a:spcBef>
              <a:spcAft>
                <a:spcPts val="1200"/>
              </a:spcAft>
              <a:defRPr lang="es-ES" sz="1400" b="0"/>
            </a:lvl5pPr>
          </a:lstStyle>
          <a:p>
            <a:pPr lvl="0" rtl="0"/>
            <a:r>
              <a:rPr lang="es-ES"/>
              <a:t>Haga clic para agregar texto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sp>
        <p:nvSpPr>
          <p:cNvPr id="13" name="Marcador de posición de título 12">
            <a:extLst>
              <a:ext uri="{FF2B5EF4-FFF2-40B4-BE49-F238E27FC236}">
                <a16:creationId xmlns:a16="http://schemas.microsoft.com/office/drawing/2014/main" id="{156A00B1-F3E3-B7FF-58F4-61DE3EF07C07}"/>
              </a:ext>
            </a:extLst>
          </p:cNvPr>
          <p:cNvSpPr>
            <a:spLocks noGrp="1"/>
          </p:cNvSpPr>
          <p:nvPr>
            <p:ph type="tbl" sz="quarter" idx="11" hasCustomPrompt="1"/>
          </p:nvPr>
        </p:nvSpPr>
        <p:spPr>
          <a:xfrm>
            <a:off x="4602163" y="2017713"/>
            <a:ext cx="6675437" cy="3932237"/>
          </a:xfrm>
        </p:spPr>
        <p:txBody>
          <a:bodyPr rtlCol="0">
            <a:normAutofit/>
          </a:bodyPr>
          <a:lstStyle>
            <a:lvl1pPr>
              <a:defRPr lang="es-ES" sz="2000"/>
            </a:lvl1pPr>
          </a:lstStyle>
          <a:p>
            <a:pPr rtl="0"/>
            <a:r>
              <a:rPr lang="es-ES"/>
              <a:t>Haga clic en el icono para insertar una tabla</a:t>
            </a:r>
          </a:p>
        </p:txBody>
      </p:sp>
      <p:sp>
        <p:nvSpPr>
          <p:cNvPr id="5" name="Marcador de número de diapositiva 5">
            <a:extLst>
              <a:ext uri="{FF2B5EF4-FFF2-40B4-BE49-F238E27FC236}">
                <a16:creationId xmlns:a16="http://schemas.microsoft.com/office/drawing/2014/main" id="{B9B66675-D8A5-0062-EB51-C8069A2C3C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es-ES" sz="1200">
                <a:solidFill>
                  <a:schemeClr val="tx1"/>
                </a:solidFill>
              </a:defRPr>
            </a:lvl1pPr>
          </a:lstStyle>
          <a:p>
            <a:pPr rtl="0"/>
            <a:fld id="{B5CEABB6-07DC-46E8-9B57-56EC44A396E5}" type="slidenum">
              <a:rPr lang="es-ES" smtClean="0"/>
              <a:pPr rtl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0562149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y dos contenidos 3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áfico 7">
            <a:extLst>
              <a:ext uri="{FF2B5EF4-FFF2-40B4-BE49-F238E27FC236}">
                <a16:creationId xmlns:a16="http://schemas.microsoft.com/office/drawing/2014/main" id="{13A42171-0D82-07BF-4667-498861CC2A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8883" t="34408" r="46636" b="1"/>
          <a:stretch/>
        </p:blipFill>
        <p:spPr>
          <a:xfrm flipH="1" flipV="1">
            <a:off x="10506072" y="3984078"/>
            <a:ext cx="1685928" cy="2873921"/>
          </a:xfrm>
          <a:prstGeom prst="rect">
            <a:avLst/>
          </a:prstGeom>
        </p:spPr>
      </p:pic>
      <p:pic>
        <p:nvPicPr>
          <p:cNvPr id="9" name="Gráfico 8">
            <a:extLst>
              <a:ext uri="{FF2B5EF4-FFF2-40B4-BE49-F238E27FC236}">
                <a16:creationId xmlns:a16="http://schemas.microsoft.com/office/drawing/2014/main" id="{13C71A0D-EE6D-54C4-71DE-04BE285580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9718" t="47145" r="39389" b="8754"/>
          <a:stretch/>
        </p:blipFill>
        <p:spPr>
          <a:xfrm rot="5400000" flipV="1">
            <a:off x="9781526" y="-311511"/>
            <a:ext cx="2098964" cy="2721985"/>
          </a:xfrm>
          <a:prstGeom prst="rect">
            <a:avLst/>
          </a:prstGeom>
        </p:spPr>
      </p:pic>
      <p:sp>
        <p:nvSpPr>
          <p:cNvPr id="10" name="Título 9">
            <a:extLst>
              <a:ext uri="{FF2B5EF4-FFF2-40B4-BE49-F238E27FC236}">
                <a16:creationId xmlns:a16="http://schemas.microsoft.com/office/drawing/2014/main" id="{3F82FA92-501B-5A05-E15F-2FB9BCEBE31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1990" y="434225"/>
            <a:ext cx="9524998" cy="1499627"/>
          </a:xfrm>
        </p:spPr>
        <p:txBody>
          <a:bodyPr rtlCol="0">
            <a:normAutofit/>
          </a:bodyPr>
          <a:lstStyle>
            <a:lvl1pPr>
              <a:defRPr lang="es-ES" sz="3200"/>
            </a:lvl1pPr>
          </a:lstStyle>
          <a:p>
            <a:pPr rtl="0"/>
            <a:r>
              <a:rPr lang="es-ES"/>
              <a:t>Haga clic para agregar un título</a:t>
            </a:r>
          </a:p>
        </p:txBody>
      </p:sp>
      <p:sp>
        <p:nvSpPr>
          <p:cNvPr id="11" name="Marcador de contenido 10">
            <a:extLst>
              <a:ext uri="{FF2B5EF4-FFF2-40B4-BE49-F238E27FC236}">
                <a16:creationId xmlns:a16="http://schemas.microsoft.com/office/drawing/2014/main" id="{B463EEE0-BE31-122C-586C-8BA8D90371E6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14399" y="2022250"/>
            <a:ext cx="6257366" cy="3914910"/>
          </a:xfrm>
        </p:spPr>
        <p:txBody>
          <a:bodyPr rtlCol="0">
            <a:normAutofit/>
          </a:bodyPr>
          <a:lstStyle>
            <a:lvl1pPr marL="0" indent="0">
              <a:spcBef>
                <a:spcPts val="0"/>
              </a:spcBef>
              <a:spcAft>
                <a:spcPts val="1200"/>
              </a:spcAft>
              <a:buNone/>
              <a:defRPr lang="es-ES" sz="2000" b="0"/>
            </a:lvl1pPr>
            <a:lvl2pPr marL="228600">
              <a:spcBef>
                <a:spcPts val="0"/>
              </a:spcBef>
              <a:spcAft>
                <a:spcPts val="1200"/>
              </a:spcAft>
              <a:defRPr lang="es-ES" sz="2000" b="0"/>
            </a:lvl2pPr>
            <a:lvl3pPr marL="685800">
              <a:spcBef>
                <a:spcPts val="0"/>
              </a:spcBef>
              <a:spcAft>
                <a:spcPts val="1200"/>
              </a:spcAft>
              <a:defRPr lang="es-ES" sz="1800" b="0"/>
            </a:lvl3pPr>
            <a:lvl4pPr marL="914400">
              <a:spcBef>
                <a:spcPts val="0"/>
              </a:spcBef>
              <a:spcAft>
                <a:spcPts val="1200"/>
              </a:spcAft>
              <a:defRPr lang="es-ES" sz="1600" b="0"/>
            </a:lvl4pPr>
            <a:lvl5pPr marL="1143000">
              <a:spcBef>
                <a:spcPts val="0"/>
              </a:spcBef>
              <a:spcAft>
                <a:spcPts val="1200"/>
              </a:spcAft>
              <a:defRPr lang="es-ES" sz="1600" b="0"/>
            </a:lvl5pPr>
          </a:lstStyle>
          <a:p>
            <a:pPr lvl="0" rtl="0"/>
            <a:r>
              <a:rPr lang="es-ES"/>
              <a:t>Haga clic para agregar texto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sp>
        <p:nvSpPr>
          <p:cNvPr id="12" name="Marcador de contenido 10">
            <a:extLst>
              <a:ext uri="{FF2B5EF4-FFF2-40B4-BE49-F238E27FC236}">
                <a16:creationId xmlns:a16="http://schemas.microsoft.com/office/drawing/2014/main" id="{52C157D5-2C68-BA6A-033B-A4CC016CA68F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7967475" y="2018119"/>
            <a:ext cx="2449514" cy="3931919"/>
          </a:xfrm>
        </p:spPr>
        <p:txBody>
          <a:bodyPr rtlCol="0"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lang="es-ES" sz="2000" b="1"/>
            </a:lvl1pPr>
            <a:lvl2pPr marL="411480">
              <a:spcBef>
                <a:spcPts val="0"/>
              </a:spcBef>
              <a:spcAft>
                <a:spcPts val="1200"/>
              </a:spcAft>
              <a:defRPr lang="es-ES" sz="1800" b="1"/>
            </a:lvl2pPr>
            <a:lvl3pPr marL="502920">
              <a:spcBef>
                <a:spcPts val="0"/>
              </a:spcBef>
              <a:spcAft>
                <a:spcPts val="1200"/>
              </a:spcAft>
              <a:defRPr lang="es-ES" sz="1600" b="1"/>
            </a:lvl3pPr>
            <a:lvl4pPr marL="594360">
              <a:spcBef>
                <a:spcPts val="0"/>
              </a:spcBef>
              <a:spcAft>
                <a:spcPts val="1200"/>
              </a:spcAft>
              <a:defRPr lang="es-ES" sz="1400" b="1"/>
            </a:lvl4pPr>
            <a:lvl5pPr marL="685800">
              <a:spcBef>
                <a:spcPts val="0"/>
              </a:spcBef>
              <a:spcAft>
                <a:spcPts val="1200"/>
              </a:spcAft>
              <a:defRPr lang="es-ES" sz="1400" b="1"/>
            </a:lvl5pPr>
          </a:lstStyle>
          <a:p>
            <a:pPr lvl="0" rtl="0"/>
            <a:r>
              <a:rPr lang="es-ES"/>
              <a:t>Haga clic para agregar texto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sp>
        <p:nvSpPr>
          <p:cNvPr id="5" name="Marcador de número de diapositiva 5">
            <a:extLst>
              <a:ext uri="{FF2B5EF4-FFF2-40B4-BE49-F238E27FC236}">
                <a16:creationId xmlns:a16="http://schemas.microsoft.com/office/drawing/2014/main" id="{B9B66675-D8A5-0062-EB51-C8069A2C3C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es-ES" sz="1200">
                <a:solidFill>
                  <a:schemeClr val="tx1"/>
                </a:solidFill>
              </a:defRPr>
            </a:lvl1pPr>
          </a:lstStyle>
          <a:p>
            <a:pPr rtl="0"/>
            <a:fld id="{B5CEABB6-07DC-46E8-9B57-56EC44A396E5}" type="slidenum">
              <a:rPr lang="es-ES" smtClean="0"/>
              <a:pPr rtl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11984230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s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áfico 2">
            <a:extLst>
              <a:ext uri="{FF2B5EF4-FFF2-40B4-BE49-F238E27FC236}">
                <a16:creationId xmlns:a16="http://schemas.microsoft.com/office/drawing/2014/main" id="{15CC9A46-E0E7-B31D-3E27-6F4303A45A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8883" t="18052" r="46636"/>
          <a:stretch/>
        </p:blipFill>
        <p:spPr>
          <a:xfrm rot="16200000" flipH="1" flipV="1">
            <a:off x="9553763" y="-952310"/>
            <a:ext cx="1685928" cy="3590547"/>
          </a:xfrm>
          <a:prstGeom prst="rect">
            <a:avLst/>
          </a:prstGeom>
        </p:spPr>
      </p:pic>
      <p:sp>
        <p:nvSpPr>
          <p:cNvPr id="7" name="Título 6">
            <a:extLst>
              <a:ext uri="{FF2B5EF4-FFF2-40B4-BE49-F238E27FC236}">
                <a16:creationId xmlns:a16="http://schemas.microsoft.com/office/drawing/2014/main" id="{767669DC-4C7F-9B50-FCC0-F2AF5B2A950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23545" y="584477"/>
            <a:ext cx="10354052" cy="1209765"/>
          </a:xfrm>
        </p:spPr>
        <p:txBody>
          <a:bodyPr rtlCol="0">
            <a:normAutofit/>
          </a:bodyPr>
          <a:lstStyle>
            <a:lvl1pPr>
              <a:defRPr lang="es-ES" sz="3200"/>
            </a:lvl1pPr>
          </a:lstStyle>
          <a:p>
            <a:pPr rtl="0"/>
            <a:r>
              <a:rPr lang="es-ES"/>
              <a:t>Haga clic para agregar un título</a:t>
            </a:r>
          </a:p>
        </p:txBody>
      </p:sp>
      <p:sp>
        <p:nvSpPr>
          <p:cNvPr id="9" name="Marcador de posición de tabla 8">
            <a:extLst>
              <a:ext uri="{FF2B5EF4-FFF2-40B4-BE49-F238E27FC236}">
                <a16:creationId xmlns:a16="http://schemas.microsoft.com/office/drawing/2014/main" id="{BEF581C2-7562-2E21-E6DD-20AEFC43AABC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923545" y="2009775"/>
            <a:ext cx="10354052" cy="3931920"/>
          </a:xfrm>
        </p:spPr>
        <p:txBody>
          <a:bodyPr rtlCol="0">
            <a:normAutofit/>
          </a:bodyPr>
          <a:lstStyle>
            <a:lvl1pPr>
              <a:defRPr lang="es-ES" sz="2400"/>
            </a:lvl1pPr>
          </a:lstStyle>
          <a:p>
            <a:pPr rtl="0"/>
            <a:r>
              <a:rPr lang="es-MX"/>
              <a:t>Haz clic en el icono para agregar una tabla</a:t>
            </a:r>
            <a:endParaRPr lang="es-ES"/>
          </a:p>
        </p:txBody>
      </p:sp>
      <p:sp>
        <p:nvSpPr>
          <p:cNvPr id="5" name="Marcador de número de diapositiva 5">
            <a:extLst>
              <a:ext uri="{FF2B5EF4-FFF2-40B4-BE49-F238E27FC236}">
                <a16:creationId xmlns:a16="http://schemas.microsoft.com/office/drawing/2014/main" id="{B9B66675-D8A5-0062-EB51-C8069A2C3C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es-ES" sz="1200">
                <a:solidFill>
                  <a:schemeClr val="tx1"/>
                </a:solidFill>
              </a:defRPr>
            </a:lvl1pPr>
          </a:lstStyle>
          <a:p>
            <a:pPr rtl="0"/>
            <a:fld id="{B5CEABB6-07DC-46E8-9B57-56EC44A396E5}" type="slidenum">
              <a:rPr lang="es-ES" smtClean="0"/>
              <a:pPr rtl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1638426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ierre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6">
            <a:extLst>
              <a:ext uri="{FF2B5EF4-FFF2-40B4-BE49-F238E27FC236}">
                <a16:creationId xmlns:a16="http://schemas.microsoft.com/office/drawing/2014/main" id="{E3A3E8B6-2BD8-19E0-7F51-7A25EF836F8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1515" y="374090"/>
            <a:ext cx="5057104" cy="3624984"/>
          </a:xfrm>
        </p:spPr>
        <p:txBody>
          <a:bodyPr rtlCol="0" anchor="b">
            <a:normAutofit/>
          </a:bodyPr>
          <a:lstStyle>
            <a:lvl1pPr>
              <a:defRPr lang="es-ES" sz="4800">
                <a:solidFill>
                  <a:schemeClr val="bg1"/>
                </a:solidFill>
              </a:defRPr>
            </a:lvl1pPr>
          </a:lstStyle>
          <a:p>
            <a:pPr rtl="0"/>
            <a:r>
              <a:rPr lang="es-ES"/>
              <a:t>Haga clic para agregar un título</a:t>
            </a:r>
          </a:p>
        </p:txBody>
      </p:sp>
      <p:sp>
        <p:nvSpPr>
          <p:cNvPr id="8" name="Marcador de contenido 2">
            <a:extLst>
              <a:ext uri="{FF2B5EF4-FFF2-40B4-BE49-F238E27FC236}">
                <a16:creationId xmlns:a16="http://schemas.microsoft.com/office/drawing/2014/main" id="{B1F96043-F6A4-F581-7DB8-96138F0E4011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91514" y="4172989"/>
            <a:ext cx="5057103" cy="2519363"/>
          </a:xfrm>
        </p:spPr>
        <p:txBody>
          <a:bodyPr rtlCol="0">
            <a:norm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lang="es-ES" sz="2000" baseline="0">
                <a:solidFill>
                  <a:schemeClr val="bg1"/>
                </a:solidFill>
              </a:defRPr>
            </a:lvl1pPr>
            <a:lvl2pPr marL="742950" indent="-28575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lang="es-ES" sz="1800" baseline="0">
                <a:solidFill>
                  <a:schemeClr val="bg1"/>
                </a:solidFill>
              </a:defRPr>
            </a:lvl2pPr>
            <a:lvl3pPr marL="1200150" indent="-28575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lang="es-ES" sz="1600" baseline="0">
                <a:solidFill>
                  <a:schemeClr val="bg1"/>
                </a:solidFill>
              </a:defRPr>
            </a:lvl3pPr>
            <a:lvl4pPr marL="1657350" indent="-28575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lang="es-ES" sz="1400" baseline="0">
                <a:solidFill>
                  <a:schemeClr val="bg1"/>
                </a:solidFill>
              </a:defRPr>
            </a:lvl4pPr>
            <a:lvl5pPr marL="2000250" indent="-17145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lang="es-ES" sz="120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s-ES"/>
              <a:t>Haga clic para agregar contenido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pic>
        <p:nvPicPr>
          <p:cNvPr id="2" name="Gráfico 1">
            <a:extLst>
              <a:ext uri="{FF2B5EF4-FFF2-40B4-BE49-F238E27FC236}">
                <a16:creationId xmlns:a16="http://schemas.microsoft.com/office/drawing/2014/main" id="{C805DE67-EFB0-F6F3-6C08-2FE90284C3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4151" r="18577"/>
          <a:stretch/>
        </p:blipFill>
        <p:spPr>
          <a:xfrm flipH="1">
            <a:off x="0" y="0"/>
            <a:ext cx="51816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03470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8F4C17E5-24ED-44BC-BA50-02EF90355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es-ES"/>
            </a:defPPr>
          </a:lstStyle>
          <a:p>
            <a:pPr rtl="0"/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833D101-3AF0-4F06-90ED-B83615C36C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es-ES"/>
            </a:defPPr>
          </a:lstStyle>
          <a:p>
            <a:pPr lvl="0" rtl="0"/>
            <a:r>
              <a:rPr lang="es-ES"/>
              <a:t>Haga clic para modificar los estilos de texto del patrón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2AE9FDE-AF95-49F8-A927-35A23C9E65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es-ES"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C2E900D-8FF9-4E80-860D-89C2D3B4E4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s-ES"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r>
              <a:rPr lang="es-ES"/>
              <a:t>Presentación de lanzamiento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1A66A0C-1415-46A3-A1FF-BE18C70873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es-ES"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B5CEABB6-07DC-46E8-9B57-56EC44A396E5}" type="slidenum">
              <a:rPr lang="es-ES" smtClean="0"/>
              <a:pPr rtl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9284521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7" r:id="rId1"/>
    <p:sldLayoutId id="2147483708" r:id="rId2"/>
    <p:sldLayoutId id="2147483709" r:id="rId3"/>
    <p:sldLayoutId id="2147483710" r:id="rId4"/>
    <p:sldLayoutId id="2147483711" r:id="rId5"/>
    <p:sldLayoutId id="2147483712" r:id="rId6"/>
    <p:sldLayoutId id="2147483713" r:id="rId7"/>
    <p:sldLayoutId id="2147483714" r:id="rId8"/>
    <p:sldLayoutId id="2147483715" r:id="rId9"/>
    <p:sldLayoutId id="2147483716" r:id="rId10"/>
    <p:sldLayoutId id="2147483717" r:id="rId11"/>
    <p:sldLayoutId id="2147483718" r:id="rId12"/>
    <p:sldLayoutId id="2147483706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s-ES" sz="44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lang="es-ES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s-ES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s-ES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4" Type="http://schemas.openxmlformats.org/officeDocument/2006/relationships/image" Target="../media/image77.png"/><Relationship Id="rId33" Type="http://schemas.openxmlformats.org/officeDocument/2006/relationships/image" Target="../media/image76.png"/><Relationship Id="rId38" Type="http://schemas.openxmlformats.org/officeDocument/2006/relationships/image" Target="../media/image8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32" Type="http://schemas.openxmlformats.org/officeDocument/2006/relationships/image" Target="../media/image75.png"/><Relationship Id="rId37" Type="http://schemas.openxmlformats.org/officeDocument/2006/relationships/image" Target="../media/image80.png"/><Relationship Id="rId36" Type="http://schemas.openxmlformats.org/officeDocument/2006/relationships/image" Target="../media/image79.png"/><Relationship Id="rId31" Type="http://schemas.openxmlformats.org/officeDocument/2006/relationships/image" Target="../media/image74.png"/><Relationship Id="rId35" Type="http://schemas.openxmlformats.org/officeDocument/2006/relationships/image" Target="../media/image78.png"/></Relationships>
</file>

<file path=ppt/slides/_rels/slide3.xml.rels><?xml version="1.0" encoding="UTF-8" standalone="yes"?>
<Relationships xmlns="http://schemas.openxmlformats.org/package/2006/relationships"><Relationship Id="rId18" Type="http://schemas.openxmlformats.org/officeDocument/2006/relationships/image" Target="../media/image68.png"/><Relationship Id="rId26" Type="http://schemas.openxmlformats.org/officeDocument/2006/relationships/image" Target="../media/image84.png"/><Relationship Id="rId21" Type="http://schemas.openxmlformats.org/officeDocument/2006/relationships/image" Target="../media/image71.png"/><Relationship Id="rId17" Type="http://schemas.openxmlformats.org/officeDocument/2006/relationships/image" Target="../media/image67.png"/><Relationship Id="rId25" Type="http://schemas.openxmlformats.org/officeDocument/2006/relationships/image" Target="../media/image83.pn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66.png"/><Relationship Id="rId1" Type="http://schemas.openxmlformats.org/officeDocument/2006/relationships/slideLayout" Target="../slideLayouts/slideLayout2.xml"/><Relationship Id="rId11" Type="http://schemas.openxmlformats.org/officeDocument/2006/relationships/image" Target="../media/image56.png"/><Relationship Id="rId24" Type="http://schemas.openxmlformats.org/officeDocument/2006/relationships/image" Target="../media/image82.png"/><Relationship Id="rId19" Type="http://schemas.openxmlformats.org/officeDocument/2006/relationships/image" Target="../media/image69.png"/><Relationship Id="rId22" Type="http://schemas.openxmlformats.org/officeDocument/2006/relationships/image" Target="../media/image7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10" Type="http://schemas.openxmlformats.org/officeDocument/2006/relationships/image" Target="../media/image15.png"/><Relationship Id="rId9" Type="http://schemas.openxmlformats.org/officeDocument/2006/relationships/image" Target="../media/image8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Relationship Id="rId4" Type="http://schemas.openxmlformats.org/officeDocument/2006/relationships/hyperlink" Target="file:///C:\Users\angve\OneDrive\Desktop\Servicio\sf-harris-servicio-social\docs\freq_optimum.html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22.png"/><Relationship Id="rId4" Type="http://schemas.openxmlformats.org/officeDocument/2006/relationships/hyperlink" Target="file:///C:\Users\angve\OneDrive\Desktop\Servicio\sf-harris-servicio-social\docs\grid_surfaces.html" TargetMode="Externa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1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png"/><Relationship Id="rId5" Type="http://schemas.openxmlformats.org/officeDocument/2006/relationships/image" Target="../media/image9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Relationship Id="rId4" Type="http://schemas.openxmlformats.org/officeDocument/2006/relationships/hyperlink" Target="file:///C:\Users\angve\OneDrive\Desktop\Servicio\sf-harris-servicio-social\docs\pstay_compare.html" TargetMode="Externa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9.xml"/><Relationship Id="rId4" Type="http://schemas.openxmlformats.org/officeDocument/2006/relationships/hyperlink" Target="file:///C:\Users\angve\OneDrive\Desktop\Servicio\sf-harris-servicio-social\docs\gig_compare.html" TargetMode="Externa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0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sv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5440D96-BFFB-05BD-30ED-0352500CD0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0" y="2773681"/>
            <a:ext cx="5674360" cy="3200400"/>
          </a:xfrm>
        </p:spPr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 dirty="0"/>
              <a:t>SF-Harris</a:t>
            </a:r>
            <a:br>
              <a:rPr lang="es-ES" dirty="0"/>
            </a:br>
            <a:br>
              <a:rPr lang="es-ES" dirty="0"/>
            </a:b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9453900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00255621-1D81-03E6-507B-CB20E070356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</p:spPr>
        <p:txBody>
          <a:bodyPr rtlCol="0"/>
          <a:lstStyle>
            <a:defPPr>
              <a:defRPr lang="es-ES"/>
            </a:defPPr>
          </a:lstStyle>
          <a:p>
            <a:pPr rtl="0"/>
            <a:fld id="{B5CEABB6-07DC-46E8-9B57-56EC44A396E5}" type="slidenum">
              <a:rPr lang="es-ES" smtClean="0"/>
              <a:pPr/>
              <a:t>2</a:t>
            </a:fld>
            <a:endParaRPr lang="es-E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Elipse 8">
                <a:extLst>
                  <a:ext uri="{FF2B5EF4-FFF2-40B4-BE49-F238E27FC236}">
                    <a16:creationId xmlns:a16="http://schemas.microsoft.com/office/drawing/2014/main" id="{C1D41206-F8A3-E640-342B-16CF8FED5439}"/>
                  </a:ext>
                </a:extLst>
              </p:cNvPr>
              <p:cNvSpPr/>
              <p:nvPr/>
            </p:nvSpPr>
            <p:spPr>
              <a:xfrm>
                <a:off x="3500220" y="1307529"/>
                <a:ext cx="972494" cy="914399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s-MX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sSup>
                            <m:sSupPr>
                              <m:ctrlPr>
                                <a:rPr lang="es-MX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MX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p>
                              <m:r>
                                <a:rPr lang="es-MX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  <m:sub>
                          <m:r>
                            <a:rPr lang="es-MX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s-MX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−2</m:t>
                          </m:r>
                        </m:sub>
                      </m:sSub>
                    </m:oMath>
                  </m:oMathPara>
                </a14:m>
                <a:endParaRPr lang="es-MX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" name="Elipse 8">
                <a:extLst>
                  <a:ext uri="{FF2B5EF4-FFF2-40B4-BE49-F238E27FC236}">
                    <a16:creationId xmlns:a16="http://schemas.microsoft.com/office/drawing/2014/main" id="{C1D41206-F8A3-E640-342B-16CF8FED543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00220" y="1307529"/>
                <a:ext cx="972494" cy="914399"/>
              </a:xfrm>
              <a:prstGeom prst="ellipse">
                <a:avLst/>
              </a:prstGeom>
              <a:blipFill>
                <a:blip r:embed="rId3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Elipse 18">
                <a:extLst>
                  <a:ext uri="{FF2B5EF4-FFF2-40B4-BE49-F238E27FC236}">
                    <a16:creationId xmlns:a16="http://schemas.microsoft.com/office/drawing/2014/main" id="{AA5A62DC-145B-7FCD-B0CC-CA434E8CA994}"/>
                  </a:ext>
                </a:extLst>
              </p:cNvPr>
              <p:cNvSpPr/>
              <p:nvPr/>
            </p:nvSpPr>
            <p:spPr>
              <a:xfrm>
                <a:off x="4979974" y="1307529"/>
                <a:ext cx="972494" cy="914399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s-MX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sSup>
                            <m:sSupPr>
                              <m:ctrlPr>
                                <a:rPr lang="es-MX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MX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p>
                              <m:r>
                                <a:rPr lang="es-MX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  <m:sub>
                          <m:r>
                            <a:rPr lang="es-MX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s-MX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</m:oMath>
                  </m:oMathPara>
                </a14:m>
                <a:endParaRPr lang="es-MX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9" name="Elipse 18">
                <a:extLst>
                  <a:ext uri="{FF2B5EF4-FFF2-40B4-BE49-F238E27FC236}">
                    <a16:creationId xmlns:a16="http://schemas.microsoft.com/office/drawing/2014/main" id="{AA5A62DC-145B-7FCD-B0CC-CA434E8CA99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79974" y="1307529"/>
                <a:ext cx="972494" cy="914399"/>
              </a:xfrm>
              <a:prstGeom prst="ellipse">
                <a:avLst/>
              </a:prstGeom>
              <a:blipFill>
                <a:blip r:embed="rId3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Elipse 20">
                <a:extLst>
                  <a:ext uri="{FF2B5EF4-FFF2-40B4-BE49-F238E27FC236}">
                    <a16:creationId xmlns:a16="http://schemas.microsoft.com/office/drawing/2014/main" id="{069202AF-8B24-2522-4C6B-CB9A9EA8C3D5}"/>
                  </a:ext>
                </a:extLst>
              </p:cNvPr>
              <p:cNvSpPr/>
              <p:nvPr/>
            </p:nvSpPr>
            <p:spPr>
              <a:xfrm>
                <a:off x="6459728" y="1307529"/>
                <a:ext cx="972494" cy="914399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s-MX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sSup>
                            <m:sSupPr>
                              <m:ctrlPr>
                                <a:rPr lang="es-MX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MX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p>
                              <m:r>
                                <a:rPr lang="es-MX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  <m:sub>
                          <m:r>
                            <a:rPr lang="es-MX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s-MX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1" name="Elipse 20">
                <a:extLst>
                  <a:ext uri="{FF2B5EF4-FFF2-40B4-BE49-F238E27FC236}">
                    <a16:creationId xmlns:a16="http://schemas.microsoft.com/office/drawing/2014/main" id="{069202AF-8B24-2522-4C6B-CB9A9EA8C3D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59728" y="1307529"/>
                <a:ext cx="972494" cy="914399"/>
              </a:xfrm>
              <a:prstGeom prst="ellipse">
                <a:avLst/>
              </a:prstGeom>
              <a:blipFill>
                <a:blip r:embed="rId3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3" name="Conector recto de flecha 22">
            <a:extLst>
              <a:ext uri="{FF2B5EF4-FFF2-40B4-BE49-F238E27FC236}">
                <a16:creationId xmlns:a16="http://schemas.microsoft.com/office/drawing/2014/main" id="{6678D97D-585A-9702-7BAC-9B44F42B2BEE}"/>
              </a:ext>
            </a:extLst>
          </p:cNvPr>
          <p:cNvCxnSpPr>
            <a:cxnSpLocks/>
          </p:cNvCxnSpPr>
          <p:nvPr/>
        </p:nvCxnSpPr>
        <p:spPr>
          <a:xfrm>
            <a:off x="4561204" y="1764728"/>
            <a:ext cx="29496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Conector recto de flecha 25">
            <a:extLst>
              <a:ext uri="{FF2B5EF4-FFF2-40B4-BE49-F238E27FC236}">
                <a16:creationId xmlns:a16="http://schemas.microsoft.com/office/drawing/2014/main" id="{3524716F-9E8C-FDAB-2A29-03537C08FFA2}"/>
              </a:ext>
            </a:extLst>
          </p:cNvPr>
          <p:cNvCxnSpPr>
            <a:cxnSpLocks/>
          </p:cNvCxnSpPr>
          <p:nvPr/>
        </p:nvCxnSpPr>
        <p:spPr>
          <a:xfrm>
            <a:off x="6060623" y="1764728"/>
            <a:ext cx="29496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Conector recto de flecha 26">
            <a:extLst>
              <a:ext uri="{FF2B5EF4-FFF2-40B4-BE49-F238E27FC236}">
                <a16:creationId xmlns:a16="http://schemas.microsoft.com/office/drawing/2014/main" id="{08866873-2106-8502-599B-FA705F3F69D3}"/>
              </a:ext>
            </a:extLst>
          </p:cNvPr>
          <p:cNvCxnSpPr>
            <a:cxnSpLocks/>
          </p:cNvCxnSpPr>
          <p:nvPr/>
        </p:nvCxnSpPr>
        <p:spPr>
          <a:xfrm>
            <a:off x="3986467" y="2349748"/>
            <a:ext cx="0" cy="39329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Conector recto de flecha 29">
            <a:extLst>
              <a:ext uri="{FF2B5EF4-FFF2-40B4-BE49-F238E27FC236}">
                <a16:creationId xmlns:a16="http://schemas.microsoft.com/office/drawing/2014/main" id="{82D583F4-6D0D-4E16-B723-276728587716}"/>
              </a:ext>
            </a:extLst>
          </p:cNvPr>
          <p:cNvCxnSpPr>
            <a:cxnSpLocks/>
          </p:cNvCxnSpPr>
          <p:nvPr/>
        </p:nvCxnSpPr>
        <p:spPr>
          <a:xfrm>
            <a:off x="5466221" y="2325167"/>
            <a:ext cx="0" cy="39329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Conector recto de flecha 30">
            <a:extLst>
              <a:ext uri="{FF2B5EF4-FFF2-40B4-BE49-F238E27FC236}">
                <a16:creationId xmlns:a16="http://schemas.microsoft.com/office/drawing/2014/main" id="{551F8F32-11D3-2B20-B749-67FC8112E6C5}"/>
              </a:ext>
            </a:extLst>
          </p:cNvPr>
          <p:cNvCxnSpPr>
            <a:cxnSpLocks/>
          </p:cNvCxnSpPr>
          <p:nvPr/>
        </p:nvCxnSpPr>
        <p:spPr>
          <a:xfrm>
            <a:off x="6966089" y="2325167"/>
            <a:ext cx="0" cy="39329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CuadroTexto 33">
                <a:extLst>
                  <a:ext uri="{FF2B5EF4-FFF2-40B4-BE49-F238E27FC236}">
                    <a16:creationId xmlns:a16="http://schemas.microsoft.com/office/drawing/2014/main" id="{B096D95D-358D-4C16-0B0B-61687DC6BA5E}"/>
                  </a:ext>
                </a:extLst>
              </p:cNvPr>
              <p:cNvSpPr txBox="1"/>
              <p:nvPr/>
            </p:nvSpPr>
            <p:spPr>
              <a:xfrm>
                <a:off x="421823" y="3969925"/>
                <a:ext cx="7697556" cy="227632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s-MX" sz="2000" b="1" dirty="0"/>
                  <a:t>Dónde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MX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sSup>
                          <m:sSupPr>
                            <m:ctrlPr>
                              <a:rPr lang="es-MX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s-MX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𝜎</m:t>
                            </m:r>
                          </m:e>
                          <m:sup>
                            <m:r>
                              <a:rPr lang="es-MX" sz="2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  <m:sub>
                        <m:r>
                          <a:rPr lang="es-MX" sz="2000" b="1" i="1">
                            <a:latin typeface="Cambria Math" panose="02040503050406030204" pitchFamily="18" charset="0"/>
                          </a:rPr>
                          <m:t>𝒕</m:t>
                        </m:r>
                      </m:sub>
                    </m:sSub>
                  </m:oMath>
                </a14:m>
                <a:r>
                  <a:rPr lang="es-MX" sz="2000" b="1" dirty="0"/>
                  <a:t> es la varianza latente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s-MX" sz="20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MX" sz="20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𝝉</m:t>
                        </m:r>
                      </m:e>
                      <m:sup>
                        <m:r>
                          <a:rPr lang="es-MX" sz="20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s-MX" sz="2000" b="1" i="1" smtClean="0"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["/>
                        <m:ctrlPr>
                          <a:rPr lang="es-MX" sz="2000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MX" sz="2000" b="1" i="1" smtClean="0">
                            <a:latin typeface="Cambria Math" panose="02040503050406030204" pitchFamily="18" charset="0"/>
                          </a:rPr>
                          <m:t>𝟎</m:t>
                        </m:r>
                        <m:r>
                          <a:rPr lang="es-MX" sz="2000" b="1" i="1" smtClean="0">
                            <a:latin typeface="Cambria Math" panose="02040503050406030204" pitchFamily="18" charset="0"/>
                          </a:rPr>
                          <m:t>, ∞</m:t>
                        </m:r>
                      </m:e>
                    </m:d>
                    <m:r>
                      <a:rPr lang="es-MX" sz="2000" b="1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s-MX" sz="2000" b="1" dirty="0"/>
                  <a:t>del proceso de precios</a:t>
                </a:r>
                <a14:m>
                  <m:oMath xmlns:m="http://schemas.openxmlformats.org/officeDocument/2006/math">
                    <m:r>
                      <a:rPr lang="es-MX" sz="20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</m:oMath>
                </a14:m>
                <a:endParaRPr lang="es-MX" sz="2000" b="1" dirty="0"/>
              </a:p>
              <a:p>
                <a:endParaRPr lang="es-MX" sz="2000" b="1" dirty="0"/>
              </a:p>
              <a:p>
                <a:r>
                  <a:rPr lang="es-MX" sz="2000" b="1" dirty="0"/>
                  <a:t>Con Kernel de transición definido con la dinámica de saltos:</a:t>
                </a:r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es-MX" sz="2000" b="1" i="1" smtClean="0">
                          <a:latin typeface="Cambria Math" panose="02040503050406030204" pitchFamily="18" charset="0"/>
                        </a:rPr>
                        <m:t>𝑷</m:t>
                      </m:r>
                      <m:d>
                        <m:dPr>
                          <m:endChr m:val="|"/>
                          <m:ctrlPr>
                            <a:rPr lang="es-MX" sz="20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s-MX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MX" sz="2000" b="1" i="1" smtClean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s-MX" sz="2000" b="1" i="1" smtClean="0">
                                  <a:latin typeface="Cambria Math" panose="02040503050406030204" pitchFamily="18" charset="0"/>
                                </a:rPr>
                                <m:t>𝒕</m:t>
                              </m:r>
                              <m:r>
                                <a:rPr lang="es-MX" sz="2000" b="1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s-MX" sz="2000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e>
                      </m:d>
                      <m:r>
                        <a:rPr lang="es-MX" sz="2000" b="1" i="1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s-MX" sz="2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sz="20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s-MX" sz="2000" b="1" i="1" smtClean="0">
                              <a:latin typeface="Cambria Math" panose="02040503050406030204" pitchFamily="18" charset="0"/>
                            </a:rPr>
                            <m:t>𝒕</m:t>
                          </m:r>
                        </m:sub>
                      </m:sSub>
                      <m:r>
                        <a:rPr lang="es-MX" sz="2000" b="1" i="1" smtClean="0">
                          <a:latin typeface="Cambria Math" panose="02040503050406030204" pitchFamily="18" charset="0"/>
                        </a:rPr>
                        <m:t>)=</m:t>
                      </m:r>
                      <m:sSup>
                        <m:sSupPr>
                          <m:ctrlPr>
                            <a:rPr lang="es-MX" sz="20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MX" sz="2000" b="1" i="1" smtClean="0">
                              <a:latin typeface="Cambria Math" panose="02040503050406030204" pitchFamily="18" charset="0"/>
                            </a:rPr>
                            <m:t>𝒆</m:t>
                          </m:r>
                        </m:e>
                        <m:sup>
                          <m:r>
                            <a:rPr lang="es-MX" sz="2000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s-MX" sz="2000" b="1" i="1" smtClean="0">
                              <a:latin typeface="Cambria Math" panose="02040503050406030204" pitchFamily="18" charset="0"/>
                            </a:rPr>
                            <m:t>𝜶</m:t>
                          </m:r>
                        </m:sup>
                      </m:sSup>
                      <m:sSub>
                        <m:sSubPr>
                          <m:ctrlPr>
                            <a:rPr lang="es-MX" sz="2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sz="2000" b="1" i="1" smtClean="0">
                              <a:latin typeface="Cambria Math" panose="02040503050406030204" pitchFamily="18" charset="0"/>
                            </a:rPr>
                            <m:t>𝜹</m:t>
                          </m:r>
                        </m:e>
                        <m:sub>
                          <m:r>
                            <a:rPr lang="es-MX" sz="2000" b="1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s-MX" sz="20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MX" sz="2000" b="1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s-MX" sz="2000" b="1" i="1">
                                  <a:latin typeface="Cambria Math" panose="02040503050406030204" pitchFamily="18" charset="0"/>
                                </a:rPr>
                                <m:t>𝒕</m:t>
                              </m:r>
                              <m:r>
                                <a:rPr lang="es-MX" sz="2000" b="1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s-MX" sz="2000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  <m:r>
                            <a:rPr lang="es-MX" sz="2000" b="1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es-MX" sz="20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MX" sz="2000" b="1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s-MX" sz="2000" b="1" i="1">
                                  <a:latin typeface="Cambria Math" panose="02040503050406030204" pitchFamily="18" charset="0"/>
                                </a:rPr>
                                <m:t>𝒕</m:t>
                              </m:r>
                            </m:sub>
                          </m:sSub>
                          <m:r>
                            <a:rPr lang="es-MX" sz="2000" b="1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b>
                      </m:sSub>
                      <m:r>
                        <a:rPr lang="es-MX" sz="2000" b="1" i="1" smtClean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s-MX" sz="20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MX" sz="20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s-MX" sz="2000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es-MX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MX" sz="2000" b="1" i="1" smtClean="0">
                                  <a:latin typeface="Cambria Math" panose="02040503050406030204" pitchFamily="18" charset="0"/>
                                </a:rPr>
                                <m:t>𝒆</m:t>
                              </m:r>
                            </m:e>
                            <m:sup>
                              <m:r>
                                <a:rPr lang="es-MX" sz="2000" b="1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s-MX" sz="2000" b="1" i="1" smtClean="0">
                                  <a:latin typeface="Cambria Math" panose="02040503050406030204" pitchFamily="18" charset="0"/>
                                </a:rPr>
                                <m:t>𝜶</m:t>
                              </m:r>
                            </m:sup>
                          </m:sSup>
                        </m:e>
                      </m:d>
                      <m:r>
                        <a:rPr lang="es-MX" sz="20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ℚ</m:t>
                      </m:r>
                    </m:oMath>
                  </m:oMathPara>
                </a14:m>
                <a:endParaRPr lang="es-MX" sz="2000" b="1" dirty="0">
                  <a:ea typeface="Cambria Math" panose="02040503050406030204" pitchFamily="18" charset="0"/>
                </a:endParaRPr>
              </a:p>
              <a:p>
                <a:endParaRPr lang="es-MX" sz="2000" b="1" dirty="0">
                  <a:ea typeface="Cambria Math" panose="02040503050406030204" pitchFamily="18" charset="0"/>
                </a:endParaRPr>
              </a:p>
              <a:p>
                <a:r>
                  <a:rPr lang="es-MX" sz="2000" b="1" dirty="0">
                    <a:ea typeface="Cambria Math" panose="02040503050406030204" pitchFamily="18" charset="0"/>
                  </a:rPr>
                  <a:t>Con función de emisión identidad.</a:t>
                </a:r>
              </a:p>
              <a:p>
                <a:endParaRPr lang="es-MX" sz="2000" b="1" dirty="0"/>
              </a:p>
            </p:txBody>
          </p:sp>
        </mc:Choice>
        <mc:Fallback xmlns="">
          <p:sp>
            <p:nvSpPr>
              <p:cNvPr id="34" name="CuadroTexto 33">
                <a:extLst>
                  <a:ext uri="{FF2B5EF4-FFF2-40B4-BE49-F238E27FC236}">
                    <a16:creationId xmlns:a16="http://schemas.microsoft.com/office/drawing/2014/main" id="{B096D95D-358D-4C16-0B0B-61687DC6BA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1823" y="3969925"/>
                <a:ext cx="7697556" cy="2276329"/>
              </a:xfrm>
              <a:prstGeom prst="rect">
                <a:avLst/>
              </a:prstGeom>
              <a:blipFill>
                <a:blip r:embed="rId34"/>
                <a:stretch>
                  <a:fillRect l="-792" t="-1337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Elipse 35">
                <a:extLst>
                  <a:ext uri="{FF2B5EF4-FFF2-40B4-BE49-F238E27FC236}">
                    <a16:creationId xmlns:a16="http://schemas.microsoft.com/office/drawing/2014/main" id="{85BFD955-49DA-10A9-BD0E-41FD13916DB3}"/>
                  </a:ext>
                </a:extLst>
              </p:cNvPr>
              <p:cNvSpPr/>
              <p:nvPr/>
            </p:nvSpPr>
            <p:spPr>
              <a:xfrm>
                <a:off x="3500220" y="2896824"/>
                <a:ext cx="972494" cy="914399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s-MX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s-MX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Y</m:t>
                          </m:r>
                        </m:e>
                        <m:sub>
                          <m:r>
                            <a:rPr lang="es-MX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s-MX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−2</m:t>
                          </m:r>
                        </m:sub>
                      </m:sSub>
                    </m:oMath>
                  </m:oMathPara>
                </a14:m>
                <a:endParaRPr lang="es-MX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6" name="Elipse 35">
                <a:extLst>
                  <a:ext uri="{FF2B5EF4-FFF2-40B4-BE49-F238E27FC236}">
                    <a16:creationId xmlns:a16="http://schemas.microsoft.com/office/drawing/2014/main" id="{85BFD955-49DA-10A9-BD0E-41FD13916DB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00220" y="2896824"/>
                <a:ext cx="972494" cy="914399"/>
              </a:xfrm>
              <a:prstGeom prst="ellipse">
                <a:avLst/>
              </a:prstGeom>
              <a:blipFill>
                <a:blip r:embed="rId3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Elipse 36">
                <a:extLst>
                  <a:ext uri="{FF2B5EF4-FFF2-40B4-BE49-F238E27FC236}">
                    <a16:creationId xmlns:a16="http://schemas.microsoft.com/office/drawing/2014/main" id="{05029D88-22DD-85F3-B8FC-4AEA8E5455B7}"/>
                  </a:ext>
                </a:extLst>
              </p:cNvPr>
              <p:cNvSpPr/>
              <p:nvPr/>
            </p:nvSpPr>
            <p:spPr>
              <a:xfrm>
                <a:off x="4979974" y="2896824"/>
                <a:ext cx="972494" cy="914399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s-MX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s-MX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Y</m:t>
                          </m:r>
                        </m:e>
                        <m:sub>
                          <m:r>
                            <a:rPr lang="es-MX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s-MX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</m:oMath>
                  </m:oMathPara>
                </a14:m>
                <a:endParaRPr lang="es-MX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7" name="Elipse 36">
                <a:extLst>
                  <a:ext uri="{FF2B5EF4-FFF2-40B4-BE49-F238E27FC236}">
                    <a16:creationId xmlns:a16="http://schemas.microsoft.com/office/drawing/2014/main" id="{05029D88-22DD-85F3-B8FC-4AEA8E5455B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79974" y="2896824"/>
                <a:ext cx="972494" cy="914399"/>
              </a:xfrm>
              <a:prstGeom prst="ellipse">
                <a:avLst/>
              </a:prstGeom>
              <a:blipFill>
                <a:blip r:embed="rId3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Elipse 37">
                <a:extLst>
                  <a:ext uri="{FF2B5EF4-FFF2-40B4-BE49-F238E27FC236}">
                    <a16:creationId xmlns:a16="http://schemas.microsoft.com/office/drawing/2014/main" id="{7DA295CE-9B78-726C-47D2-8ECC636F05A3}"/>
                  </a:ext>
                </a:extLst>
              </p:cNvPr>
              <p:cNvSpPr/>
              <p:nvPr/>
            </p:nvSpPr>
            <p:spPr>
              <a:xfrm>
                <a:off x="6459728" y="2896824"/>
                <a:ext cx="972494" cy="914399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s-MX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s-MX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Y</m:t>
                          </m:r>
                        </m:e>
                        <m:sub>
                          <m:r>
                            <a:rPr lang="es-MX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s-MX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8" name="Elipse 37">
                <a:extLst>
                  <a:ext uri="{FF2B5EF4-FFF2-40B4-BE49-F238E27FC236}">
                    <a16:creationId xmlns:a16="http://schemas.microsoft.com/office/drawing/2014/main" id="{7DA295CE-9B78-726C-47D2-8ECC636F05A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59728" y="2896824"/>
                <a:ext cx="972494" cy="914399"/>
              </a:xfrm>
              <a:prstGeom prst="ellipse">
                <a:avLst/>
              </a:prstGeom>
              <a:blipFill>
                <a:blip r:embed="rId3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CuadroTexto 55">
                <a:extLst>
                  <a:ext uri="{FF2B5EF4-FFF2-40B4-BE49-F238E27FC236}">
                    <a16:creationId xmlns:a16="http://schemas.microsoft.com/office/drawing/2014/main" id="{5A25E68C-C871-B6D2-BDD5-7E7797B05AF8}"/>
                  </a:ext>
                </a:extLst>
              </p:cNvPr>
              <p:cNvSpPr txBox="1"/>
              <p:nvPr/>
            </p:nvSpPr>
            <p:spPr>
              <a:xfrm>
                <a:off x="412955" y="5882046"/>
                <a:ext cx="7903254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s-MX" sz="2000" b="1" dirty="0"/>
                  <a:t>Tal que sea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MX" sz="20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s-MX" sz="2000" b="1" i="1" smtClean="0">
                            <a:latin typeface="Cambria Math" panose="02040503050406030204" pitchFamily="18" charset="0"/>
                          </a:rPr>
                          <m:t>Y</m:t>
                        </m:r>
                      </m:e>
                      <m:sub>
                        <m:r>
                          <a:rPr lang="es-MX" sz="2000" b="1" i="1" smtClean="0">
                            <a:latin typeface="Cambria Math" panose="02040503050406030204" pitchFamily="18" charset="0"/>
                          </a:rPr>
                          <m:t>𝒕</m:t>
                        </m:r>
                        <m:r>
                          <a:rPr lang="es-MX" sz="2000" b="1" i="1" smtClean="0"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</m:oMath>
                </a14:m>
                <a:r>
                  <a:rPr lang="es-MX" sz="2000" b="1" dirty="0"/>
                  <a:t>sea una observación “con ruido” de la volatilidad spot.</a:t>
                </a:r>
              </a:p>
              <a:p>
                <a:endParaRPr lang="es-MX" sz="2000" b="1" dirty="0"/>
              </a:p>
            </p:txBody>
          </p:sp>
        </mc:Choice>
        <mc:Fallback xmlns="">
          <p:sp>
            <p:nvSpPr>
              <p:cNvPr id="56" name="CuadroTexto 55">
                <a:extLst>
                  <a:ext uri="{FF2B5EF4-FFF2-40B4-BE49-F238E27FC236}">
                    <a16:creationId xmlns:a16="http://schemas.microsoft.com/office/drawing/2014/main" id="{5A25E68C-C871-B6D2-BDD5-7E7797B05A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2955" y="5882046"/>
                <a:ext cx="7903254" cy="707886"/>
              </a:xfrm>
              <a:prstGeom prst="rect">
                <a:avLst/>
              </a:prstGeom>
              <a:blipFill>
                <a:blip r:embed="rId38"/>
                <a:stretch>
                  <a:fillRect l="-849" t="-5172" r="-849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0" name="CuadroTexto 59">
            <a:extLst>
              <a:ext uri="{FF2B5EF4-FFF2-40B4-BE49-F238E27FC236}">
                <a16:creationId xmlns:a16="http://schemas.microsoft.com/office/drawing/2014/main" id="{64653C14-0F55-C9BD-9BA4-B75BDE744CDF}"/>
              </a:ext>
            </a:extLst>
          </p:cNvPr>
          <p:cNvSpPr txBox="1"/>
          <p:nvPr/>
        </p:nvSpPr>
        <p:spPr>
          <a:xfrm>
            <a:off x="505398" y="791106"/>
            <a:ext cx="396557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2000" b="1" dirty="0"/>
              <a:t>Planteamos a priori el SSM como:</a:t>
            </a:r>
          </a:p>
        </p:txBody>
      </p:sp>
      <p:cxnSp>
        <p:nvCxnSpPr>
          <p:cNvPr id="61" name="Conector recto de flecha 60">
            <a:extLst>
              <a:ext uri="{FF2B5EF4-FFF2-40B4-BE49-F238E27FC236}">
                <a16:creationId xmlns:a16="http://schemas.microsoft.com/office/drawing/2014/main" id="{F57A77BF-1CCD-BA88-D25A-7C1F402B9227}"/>
              </a:ext>
            </a:extLst>
          </p:cNvPr>
          <p:cNvCxnSpPr>
            <a:cxnSpLocks/>
          </p:cNvCxnSpPr>
          <p:nvPr/>
        </p:nvCxnSpPr>
        <p:spPr>
          <a:xfrm>
            <a:off x="7628868" y="1764728"/>
            <a:ext cx="29496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5" name="CuadroTexto 64">
            <a:extLst>
              <a:ext uri="{FF2B5EF4-FFF2-40B4-BE49-F238E27FC236}">
                <a16:creationId xmlns:a16="http://schemas.microsoft.com/office/drawing/2014/main" id="{F7BEC86F-2578-B812-880C-0935F22B66EC}"/>
              </a:ext>
            </a:extLst>
          </p:cNvPr>
          <p:cNvSpPr txBox="1"/>
          <p:nvPr/>
        </p:nvSpPr>
        <p:spPr>
          <a:xfrm>
            <a:off x="8120482" y="1564673"/>
            <a:ext cx="39145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2000" b="1" dirty="0"/>
              <a:t>…</a:t>
            </a:r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CEB4D1FD-CDC0-6CDE-78D5-5C46C3E2A1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34581" y="69737"/>
            <a:ext cx="3941771" cy="563464"/>
          </a:xfrm>
        </p:spPr>
        <p:txBody>
          <a:bodyPr/>
          <a:lstStyle/>
          <a:p>
            <a:r>
              <a:rPr lang="es-MX" dirty="0"/>
              <a:t>State-</a:t>
            </a:r>
            <a:r>
              <a:rPr lang="es-MX" dirty="0" err="1"/>
              <a:t>space</a:t>
            </a:r>
            <a:r>
              <a:rPr lang="es-MX" dirty="0"/>
              <a:t> model</a:t>
            </a:r>
          </a:p>
        </p:txBody>
      </p:sp>
    </p:spTree>
    <p:extLst>
      <p:ext uri="{BB962C8B-B14F-4D97-AF65-F5344CB8AC3E}">
        <p14:creationId xmlns:p14="http://schemas.microsoft.com/office/powerpoint/2010/main" val="5420594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95DBCD-97E1-606E-F506-AE95C91DA8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DEAF4D16-F0BF-219D-7088-01A342C56B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</p:spPr>
        <p:txBody>
          <a:bodyPr rtlCol="0"/>
          <a:lstStyle>
            <a:defPPr>
              <a:defRPr lang="es-ES"/>
            </a:defPPr>
          </a:lstStyle>
          <a:p>
            <a:pPr rtl="0"/>
            <a:fld id="{B5CEABB6-07DC-46E8-9B57-56EC44A396E5}" type="slidenum">
              <a:rPr lang="es-ES" smtClean="0"/>
              <a:pPr rtl="0"/>
              <a:t>3</a:t>
            </a:fld>
            <a:endParaRPr lang="es-E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Elipse 8">
                <a:extLst>
                  <a:ext uri="{FF2B5EF4-FFF2-40B4-BE49-F238E27FC236}">
                    <a16:creationId xmlns:a16="http://schemas.microsoft.com/office/drawing/2014/main" id="{471703F2-CD91-5060-8615-C014514AF42F}"/>
                  </a:ext>
                </a:extLst>
              </p:cNvPr>
              <p:cNvSpPr/>
              <p:nvPr/>
            </p:nvSpPr>
            <p:spPr>
              <a:xfrm>
                <a:off x="3052469" y="452283"/>
                <a:ext cx="1307671" cy="1248697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s-MX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s-MX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log</m:t>
                          </m:r>
                          <m:r>
                            <a:rPr lang="es-MX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sSup>
                            <m:sSupPr>
                              <m:ctrlPr>
                                <a:rPr lang="es-MX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MX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𝜏</m:t>
                              </m:r>
                            </m:e>
                            <m:sup>
                              <m:r>
                                <a:rPr lang="es-MX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</m:e>
                        <m:sub>
                          <m:r>
                            <a:rPr lang="es-MX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s-MX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−2</m:t>
                          </m:r>
                        </m:sub>
                      </m:sSub>
                      <m:r>
                        <a:rPr lang="es-MX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s-MX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" name="Elipse 8">
                <a:extLst>
                  <a:ext uri="{FF2B5EF4-FFF2-40B4-BE49-F238E27FC236}">
                    <a16:creationId xmlns:a16="http://schemas.microsoft.com/office/drawing/2014/main" id="{471703F2-CD91-5060-8615-C014514AF42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52469" y="452283"/>
                <a:ext cx="1307671" cy="1248697"/>
              </a:xfrm>
              <a:prstGeom prst="ellipse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3" name="Conector recto de flecha 22">
            <a:extLst>
              <a:ext uri="{FF2B5EF4-FFF2-40B4-BE49-F238E27FC236}">
                <a16:creationId xmlns:a16="http://schemas.microsoft.com/office/drawing/2014/main" id="{DA0EDA98-1D65-6955-C9C4-C1E98111F3BF}"/>
              </a:ext>
            </a:extLst>
          </p:cNvPr>
          <p:cNvCxnSpPr>
            <a:cxnSpLocks/>
          </p:cNvCxnSpPr>
          <p:nvPr/>
        </p:nvCxnSpPr>
        <p:spPr>
          <a:xfrm>
            <a:off x="4552336" y="1007805"/>
            <a:ext cx="29496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Conector recto de flecha 25">
            <a:extLst>
              <a:ext uri="{FF2B5EF4-FFF2-40B4-BE49-F238E27FC236}">
                <a16:creationId xmlns:a16="http://schemas.microsoft.com/office/drawing/2014/main" id="{800C25D7-5DE0-3FD9-0764-4FECEBCF4620}"/>
              </a:ext>
            </a:extLst>
          </p:cNvPr>
          <p:cNvCxnSpPr>
            <a:cxnSpLocks/>
          </p:cNvCxnSpPr>
          <p:nvPr/>
        </p:nvCxnSpPr>
        <p:spPr>
          <a:xfrm>
            <a:off x="6642139" y="993055"/>
            <a:ext cx="29496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Conector recto de flecha 26">
            <a:extLst>
              <a:ext uri="{FF2B5EF4-FFF2-40B4-BE49-F238E27FC236}">
                <a16:creationId xmlns:a16="http://schemas.microsoft.com/office/drawing/2014/main" id="{B3DB0EAC-4D05-AF1E-02E7-3668181AB1B6}"/>
              </a:ext>
            </a:extLst>
          </p:cNvPr>
          <p:cNvCxnSpPr>
            <a:cxnSpLocks/>
          </p:cNvCxnSpPr>
          <p:nvPr/>
        </p:nvCxnSpPr>
        <p:spPr>
          <a:xfrm>
            <a:off x="3706304" y="1724177"/>
            <a:ext cx="0" cy="39329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Conector recto de flecha 29">
            <a:extLst>
              <a:ext uri="{FF2B5EF4-FFF2-40B4-BE49-F238E27FC236}">
                <a16:creationId xmlns:a16="http://schemas.microsoft.com/office/drawing/2014/main" id="{9549A61C-B1A8-454C-1749-7EA1A95906BA}"/>
              </a:ext>
            </a:extLst>
          </p:cNvPr>
          <p:cNvCxnSpPr>
            <a:cxnSpLocks/>
          </p:cNvCxnSpPr>
          <p:nvPr/>
        </p:nvCxnSpPr>
        <p:spPr>
          <a:xfrm>
            <a:off x="5806392" y="1675327"/>
            <a:ext cx="0" cy="39329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Conector recto de flecha 30">
            <a:extLst>
              <a:ext uri="{FF2B5EF4-FFF2-40B4-BE49-F238E27FC236}">
                <a16:creationId xmlns:a16="http://schemas.microsoft.com/office/drawing/2014/main" id="{AC059F4C-CA22-D187-91AB-5F03649AF285}"/>
              </a:ext>
            </a:extLst>
          </p:cNvPr>
          <p:cNvCxnSpPr>
            <a:cxnSpLocks/>
          </p:cNvCxnSpPr>
          <p:nvPr/>
        </p:nvCxnSpPr>
        <p:spPr>
          <a:xfrm>
            <a:off x="7590942" y="1700980"/>
            <a:ext cx="0" cy="39329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CuadroTexto 33">
                <a:extLst>
                  <a:ext uri="{FF2B5EF4-FFF2-40B4-BE49-F238E27FC236}">
                    <a16:creationId xmlns:a16="http://schemas.microsoft.com/office/drawing/2014/main" id="{FB39113D-612A-7D69-6C6E-C7FD96A36774}"/>
                  </a:ext>
                </a:extLst>
              </p:cNvPr>
              <p:cNvSpPr txBox="1"/>
              <p:nvPr/>
            </p:nvSpPr>
            <p:spPr>
              <a:xfrm>
                <a:off x="771529" y="3603646"/>
                <a:ext cx="4516621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s-MX" sz="2000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s-MX" sz="20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s-MX" sz="2000" b="1" i="1" smtClean="0">
                                <a:latin typeface="Cambria Math" panose="02040503050406030204" pitchFamily="18" charset="0"/>
                              </a:rPr>
                              <m:t>r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s-MX" sz="2000" b="1" i="1" smtClean="0">
                                <a:latin typeface="Cambria Math" panose="02040503050406030204" pitchFamily="18" charset="0"/>
                              </a:rPr>
                              <m:t>t</m:t>
                            </m:r>
                          </m:sub>
                        </m:sSub>
                      </m:e>
                      <m:sup>
                        <m:r>
                          <a:rPr lang="es-MX" sz="2000" b="1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s-MX" sz="2000" b="1" i="1" smtClean="0">
                        <a:latin typeface="Cambria Math" panose="02040503050406030204" pitchFamily="18" charset="0"/>
                      </a:rPr>
                      <m:t> = </m:t>
                    </m:r>
                    <m:sSub>
                      <m:sSubPr>
                        <m:ctrlPr>
                          <a:rPr lang="es-MX" sz="20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s-MX" sz="2000" b="1" i="1" smtClean="0">
                            <a:latin typeface="Cambria Math" panose="02040503050406030204" pitchFamily="18" charset="0"/>
                          </a:rPr>
                          <m:t>f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s-MX" sz="2000" b="1" i="1" smtClean="0">
                            <a:latin typeface="Cambria Math" panose="02040503050406030204" pitchFamily="18" charset="0"/>
                          </a:rPr>
                          <m:t>t</m:t>
                        </m:r>
                      </m:sub>
                    </m:sSub>
                    <m:r>
                      <a:rPr lang="es-MX" sz="2000" b="1" i="1" smtClean="0">
                        <a:latin typeface="Cambria Math" panose="02040503050406030204" pitchFamily="18" charset="0"/>
                      </a:rPr>
                      <m:t> ∗ </m:t>
                    </m:r>
                    <m:r>
                      <a:rPr lang="es-MX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𝜏</m:t>
                    </m:r>
                    <m:r>
                      <a:rPr lang="es-MX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∗ </m:t>
                    </m:r>
                    <m:r>
                      <a:rPr lang="es-MX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lang="es-MX" sz="2000" dirty="0"/>
                  <a:t> ……………...      </a:t>
                </a:r>
                <a14:m>
                  <m:oMath xmlns:m="http://schemas.openxmlformats.org/officeDocument/2006/math">
                    <m:r>
                      <a:rPr lang="es-MX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𝜀</m:t>
                    </m:r>
                    <m:r>
                      <a:rPr lang="es-MX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~</m:t>
                    </m:r>
                    <m:r>
                      <m:rPr>
                        <m:sty m:val="p"/>
                      </m:rPr>
                      <a:rPr lang="es-MX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N</m:t>
                    </m:r>
                    <m:r>
                      <a:rPr lang="es-MX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(0,1)</m:t>
                    </m:r>
                  </m:oMath>
                </a14:m>
                <a:endParaRPr lang="es-MX" sz="2000" dirty="0"/>
              </a:p>
            </p:txBody>
          </p:sp>
        </mc:Choice>
        <mc:Fallback xmlns="">
          <p:sp>
            <p:nvSpPr>
              <p:cNvPr id="34" name="CuadroTexto 33">
                <a:extLst>
                  <a:ext uri="{FF2B5EF4-FFF2-40B4-BE49-F238E27FC236}">
                    <a16:creationId xmlns:a16="http://schemas.microsoft.com/office/drawing/2014/main" id="{FB39113D-612A-7D69-6C6E-C7FD96A367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1529" y="3603646"/>
                <a:ext cx="4516621" cy="400110"/>
              </a:xfrm>
              <a:prstGeom prst="rect">
                <a:avLst/>
              </a:prstGeom>
              <a:blipFill>
                <a:blip r:embed="rId11"/>
                <a:stretch>
                  <a:fillRect t="-7576" b="-25758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Elipse 35">
                <a:extLst>
                  <a:ext uri="{FF2B5EF4-FFF2-40B4-BE49-F238E27FC236}">
                    <a16:creationId xmlns:a16="http://schemas.microsoft.com/office/drawing/2014/main" id="{5BE3FD34-142A-72D1-96FB-A692C88B6B35}"/>
                  </a:ext>
                </a:extLst>
              </p:cNvPr>
              <p:cNvSpPr/>
              <p:nvPr/>
            </p:nvSpPr>
            <p:spPr>
              <a:xfrm>
                <a:off x="3220057" y="2117467"/>
                <a:ext cx="972494" cy="914399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s-MX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s-MX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s-MX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s-MX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−2</m:t>
                          </m:r>
                        </m:sub>
                      </m:sSub>
                    </m:oMath>
                  </m:oMathPara>
                </a14:m>
                <a:endParaRPr lang="es-MX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6" name="Elipse 35">
                <a:extLst>
                  <a:ext uri="{FF2B5EF4-FFF2-40B4-BE49-F238E27FC236}">
                    <a16:creationId xmlns:a16="http://schemas.microsoft.com/office/drawing/2014/main" id="{5BE3FD34-142A-72D1-96FB-A692C88B6B3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20057" y="2117467"/>
                <a:ext cx="972494" cy="914399"/>
              </a:xfrm>
              <a:prstGeom prst="ellipse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Elipse 36">
                <a:extLst>
                  <a:ext uri="{FF2B5EF4-FFF2-40B4-BE49-F238E27FC236}">
                    <a16:creationId xmlns:a16="http://schemas.microsoft.com/office/drawing/2014/main" id="{2752A84E-D003-0A07-931C-C218BC9539A8}"/>
                  </a:ext>
                </a:extLst>
              </p:cNvPr>
              <p:cNvSpPr/>
              <p:nvPr/>
            </p:nvSpPr>
            <p:spPr>
              <a:xfrm>
                <a:off x="5319695" y="2067774"/>
                <a:ext cx="972494" cy="914399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s-MX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s-MX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s-MX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s-MX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</m:oMath>
                  </m:oMathPara>
                </a14:m>
                <a:endParaRPr lang="es-MX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7" name="Elipse 36">
                <a:extLst>
                  <a:ext uri="{FF2B5EF4-FFF2-40B4-BE49-F238E27FC236}">
                    <a16:creationId xmlns:a16="http://schemas.microsoft.com/office/drawing/2014/main" id="{2752A84E-D003-0A07-931C-C218BC9539A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19695" y="2067774"/>
                <a:ext cx="972494" cy="914399"/>
              </a:xfrm>
              <a:prstGeom prst="ellipse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Elipse 37">
                <a:extLst>
                  <a:ext uri="{FF2B5EF4-FFF2-40B4-BE49-F238E27FC236}">
                    <a16:creationId xmlns:a16="http://schemas.microsoft.com/office/drawing/2014/main" id="{09ECA887-40FB-5B04-8A72-FC2485DBA079}"/>
                  </a:ext>
                </a:extLst>
              </p:cNvPr>
              <p:cNvSpPr/>
              <p:nvPr/>
            </p:nvSpPr>
            <p:spPr>
              <a:xfrm>
                <a:off x="7026957" y="2117467"/>
                <a:ext cx="972494" cy="914399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s-MX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s-MX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s-MX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s-MX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8" name="Elipse 37">
                <a:extLst>
                  <a:ext uri="{FF2B5EF4-FFF2-40B4-BE49-F238E27FC236}">
                    <a16:creationId xmlns:a16="http://schemas.microsoft.com/office/drawing/2014/main" id="{09ECA887-40FB-5B04-8A72-FC2485DBA07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26957" y="2117467"/>
                <a:ext cx="972494" cy="914399"/>
              </a:xfrm>
              <a:prstGeom prst="ellipse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1" name="Conector recto de flecha 60">
            <a:extLst>
              <a:ext uri="{FF2B5EF4-FFF2-40B4-BE49-F238E27FC236}">
                <a16:creationId xmlns:a16="http://schemas.microsoft.com/office/drawing/2014/main" id="{74186F26-2BD3-6736-E9F3-DA2AC70F4BE6}"/>
              </a:ext>
            </a:extLst>
          </p:cNvPr>
          <p:cNvCxnSpPr>
            <a:cxnSpLocks/>
          </p:cNvCxnSpPr>
          <p:nvPr/>
        </p:nvCxnSpPr>
        <p:spPr>
          <a:xfrm>
            <a:off x="8329295" y="993055"/>
            <a:ext cx="29496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5" name="CuadroTexto 64">
            <a:extLst>
              <a:ext uri="{FF2B5EF4-FFF2-40B4-BE49-F238E27FC236}">
                <a16:creationId xmlns:a16="http://schemas.microsoft.com/office/drawing/2014/main" id="{39FDF066-F525-B236-B09C-1E2D6D12AE4D}"/>
              </a:ext>
            </a:extLst>
          </p:cNvPr>
          <p:cNvSpPr txBox="1"/>
          <p:nvPr/>
        </p:nvSpPr>
        <p:spPr>
          <a:xfrm>
            <a:off x="8673425" y="807750"/>
            <a:ext cx="39145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2000" b="1" dirty="0"/>
              <a:t>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uadroTexto 3">
                <a:extLst>
                  <a:ext uri="{FF2B5EF4-FFF2-40B4-BE49-F238E27FC236}">
                    <a16:creationId xmlns:a16="http://schemas.microsoft.com/office/drawing/2014/main" id="{7A07CB91-F3A3-7341-0B39-E6D0B95C0635}"/>
                  </a:ext>
                </a:extLst>
              </p:cNvPr>
              <p:cNvSpPr txBox="1"/>
              <p:nvPr/>
            </p:nvSpPr>
            <p:spPr>
              <a:xfrm>
                <a:off x="2097111" y="5413820"/>
                <a:ext cx="1712456" cy="41165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s-MX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s-MX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s-MX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t</m:t>
                          </m:r>
                        </m:sub>
                      </m:sSub>
                      <m:r>
                        <a:rPr lang="es-MX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∝</m:t>
                      </m:r>
                      <m:r>
                        <a:rPr lang="es-MX" sz="2000" b="1" i="1" smtClean="0"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s-MX" sz="20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s-MX" sz="2000" b="1" i="1" smtClean="0">
                              <a:latin typeface="Cambria Math" panose="02040503050406030204" pitchFamily="18" charset="0"/>
                            </a:rPr>
                            <m:t>log</m:t>
                          </m:r>
                          <m:r>
                            <a:rPr lang="es-MX" sz="20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s-MX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  <m:sup>
                          <m:r>
                            <a:rPr lang="es-MX" sz="2000" b="1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s-MX" sz="2000" b="1" i="1" smtClean="0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s-MX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s-MX" sz="2000" dirty="0"/>
              </a:p>
            </p:txBody>
          </p:sp>
        </mc:Choice>
        <mc:Fallback xmlns="">
          <p:sp>
            <p:nvSpPr>
              <p:cNvPr id="4" name="CuadroTexto 3">
                <a:extLst>
                  <a:ext uri="{FF2B5EF4-FFF2-40B4-BE49-F238E27FC236}">
                    <a16:creationId xmlns:a16="http://schemas.microsoft.com/office/drawing/2014/main" id="{7A07CB91-F3A3-7341-0B39-E6D0B95C06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97111" y="5413820"/>
                <a:ext cx="1712456" cy="411651"/>
              </a:xfrm>
              <a:prstGeom prst="rect">
                <a:avLst/>
              </a:prstGeom>
              <a:blipFill>
                <a:blip r:embed="rId24"/>
                <a:stretch>
                  <a:fillRect b="-16176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CuadroTexto 4">
            <a:extLst>
              <a:ext uri="{FF2B5EF4-FFF2-40B4-BE49-F238E27FC236}">
                <a16:creationId xmlns:a16="http://schemas.microsoft.com/office/drawing/2014/main" id="{41D9E2C9-6182-088F-583E-19A9249F0813}"/>
              </a:ext>
            </a:extLst>
          </p:cNvPr>
          <p:cNvSpPr txBox="1"/>
          <p:nvPr/>
        </p:nvSpPr>
        <p:spPr>
          <a:xfrm>
            <a:off x="884063" y="3185652"/>
            <a:ext cx="47772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/>
              <a:t>Partimos del modelo planteado en BNR, 2004: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Elipse 6">
                <a:extLst>
                  <a:ext uri="{FF2B5EF4-FFF2-40B4-BE49-F238E27FC236}">
                    <a16:creationId xmlns:a16="http://schemas.microsoft.com/office/drawing/2014/main" id="{9DBF65B9-EB63-03D7-AA8F-D9808F2E59F8}"/>
                  </a:ext>
                </a:extLst>
              </p:cNvPr>
              <p:cNvSpPr/>
              <p:nvPr/>
            </p:nvSpPr>
            <p:spPr>
              <a:xfrm>
                <a:off x="6972462" y="426629"/>
                <a:ext cx="1307671" cy="1248697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s-MX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s-MX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log</m:t>
                          </m:r>
                          <m:r>
                            <a:rPr lang="es-MX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sSup>
                            <m:sSupPr>
                              <m:ctrlPr>
                                <a:rPr lang="es-MX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MX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𝜏</m:t>
                              </m:r>
                            </m:e>
                            <m:sup>
                              <m:r>
                                <a:rPr lang="es-MX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</m:e>
                        <m:sub>
                          <m:r>
                            <a:rPr lang="es-MX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s-MX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s-MX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" name="Elipse 6">
                <a:extLst>
                  <a:ext uri="{FF2B5EF4-FFF2-40B4-BE49-F238E27FC236}">
                    <a16:creationId xmlns:a16="http://schemas.microsoft.com/office/drawing/2014/main" id="{9DBF65B9-EB63-03D7-AA8F-D9808F2E59F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72462" y="426629"/>
                <a:ext cx="1307671" cy="1248697"/>
              </a:xfrm>
              <a:prstGeom prst="ellipse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Elipse 9">
                <a:extLst>
                  <a:ext uri="{FF2B5EF4-FFF2-40B4-BE49-F238E27FC236}">
                    <a16:creationId xmlns:a16="http://schemas.microsoft.com/office/drawing/2014/main" id="{FCFC6DA6-DB8A-2E51-5750-DBC7867E4F36}"/>
                  </a:ext>
                </a:extLst>
              </p:cNvPr>
              <p:cNvSpPr/>
              <p:nvPr/>
            </p:nvSpPr>
            <p:spPr>
              <a:xfrm>
                <a:off x="5152107" y="426630"/>
                <a:ext cx="1307671" cy="1248697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s-MX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s-MX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log</m:t>
                          </m:r>
                          <m:r>
                            <a:rPr lang="es-MX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sSup>
                            <m:sSupPr>
                              <m:ctrlPr>
                                <a:rPr lang="es-MX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MX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𝜏</m:t>
                              </m:r>
                            </m:e>
                            <m:sup>
                              <m:r>
                                <a:rPr lang="es-MX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</m:e>
                        <m:sub>
                          <m:r>
                            <a:rPr lang="es-MX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s-MX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es-MX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s-MX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0" name="Elipse 9">
                <a:extLst>
                  <a:ext uri="{FF2B5EF4-FFF2-40B4-BE49-F238E27FC236}">
                    <a16:creationId xmlns:a16="http://schemas.microsoft.com/office/drawing/2014/main" id="{FCFC6DA6-DB8A-2E51-5750-DBC7867E4F3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52107" y="426630"/>
                <a:ext cx="1307671" cy="1248697"/>
              </a:xfrm>
              <a:prstGeom prst="ellipse">
                <a:avLst/>
              </a:prstGeom>
              <a:blipFill>
                <a:blip r:embed="rId22"/>
                <a:stretch>
                  <a:fillRect l="-3226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CuadroTexto 11">
                <a:extLst>
                  <a:ext uri="{FF2B5EF4-FFF2-40B4-BE49-F238E27FC236}">
                    <a16:creationId xmlns:a16="http://schemas.microsoft.com/office/drawing/2014/main" id="{481F3561-3A41-525E-975E-76EF37E6E583}"/>
                  </a:ext>
                </a:extLst>
              </p:cNvPr>
              <p:cNvSpPr txBox="1"/>
              <p:nvPr/>
            </p:nvSpPr>
            <p:spPr>
              <a:xfrm>
                <a:off x="656698" y="4636027"/>
                <a:ext cx="6542560" cy="62286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s-MX" sz="2000" dirty="0"/>
                  <a:t>Y así definimos las observaciones</a:t>
                </a:r>
                <a:r>
                  <a:rPr lang="es-MX" sz="2000" b="1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MX" sz="20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MX" sz="2000" b="1" i="1" smtClean="0">
                            <a:latin typeface="Cambria Math" panose="02040503050406030204" pitchFamily="18" charset="0"/>
                          </a:rPr>
                          <m:t>𝑯</m:t>
                        </m:r>
                      </m:e>
                      <m:sub>
                        <m:r>
                          <a:rPr lang="es-MX" sz="2000" b="1" i="1" smtClean="0">
                            <a:latin typeface="Cambria Math" panose="02040503050406030204" pitchFamily="18" charset="0"/>
                          </a:rPr>
                          <m:t>𝒕</m:t>
                        </m:r>
                        <m:r>
                          <a:rPr lang="es-MX" sz="2000" b="1" i="1" smtClean="0"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  <m:r>
                      <a:rPr lang="es-MX" sz="2000" b="1" i="1" smtClean="0">
                        <a:latin typeface="Cambria Math" panose="02040503050406030204" pitchFamily="18" charset="0"/>
                      </a:rPr>
                      <m:t>≔</m:t>
                    </m:r>
                    <m:r>
                      <a:rPr lang="es-MX" sz="2000" b="1" i="1" smtClean="0">
                        <a:latin typeface="Cambria Math" panose="02040503050406030204" pitchFamily="18" charset="0"/>
                      </a:rPr>
                      <m:t>𝒍𝒐𝒈</m:t>
                    </m:r>
                    <m:r>
                      <a:rPr lang="es-MX" sz="2000" b="1" i="1" smtClean="0">
                        <a:latin typeface="Cambria Math" panose="02040503050406030204" pitchFamily="18" charset="0"/>
                      </a:rPr>
                      <m:t>(</m:t>
                    </m:r>
                    <m:f>
                      <m:fPr>
                        <m:ctrlPr>
                          <a:rPr lang="es-MX" sz="2000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s-MX" sz="2000" b="1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sSub>
                              <m:sSubPr>
                                <m:ctrlPr>
                                  <a:rPr lang="es-MX" sz="2000" b="1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s-MX" sz="2000" b="1" i="1" smtClean="0">
                                    <a:latin typeface="Cambria Math" panose="02040503050406030204" pitchFamily="18" charset="0"/>
                                  </a:rPr>
                                  <m:t>𝒓</m:t>
                                </m:r>
                              </m:e>
                              <m:sub>
                                <m:r>
                                  <a:rPr lang="es-MX" sz="2000" b="1" i="1" smtClean="0">
                                    <a:latin typeface="Cambria Math" panose="02040503050406030204" pitchFamily="18" charset="0"/>
                                  </a:rPr>
                                  <m:t>𝒕</m:t>
                                </m:r>
                              </m:sub>
                            </m:sSub>
                          </m:e>
                          <m:sup>
                            <m:r>
                              <a:rPr lang="es-MX" sz="2000" b="1" i="1" smtClean="0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</m:num>
                      <m:den>
                        <m:r>
                          <a:rPr lang="es-MX" sz="2000" b="1" i="1" smtClean="0">
                            <a:latin typeface="Cambria Math" panose="02040503050406030204" pitchFamily="18" charset="0"/>
                          </a:rPr>
                          <m:t>𝒇</m:t>
                        </m:r>
                        <m:r>
                          <a:rPr lang="es-MX" sz="2000" b="1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s-MX" sz="2000" b="1" i="1" smtClean="0">
                            <a:latin typeface="Cambria Math" panose="02040503050406030204" pitchFamily="18" charset="0"/>
                          </a:rPr>
                          <m:t>𝒕</m:t>
                        </m:r>
                        <m:r>
                          <a:rPr lang="es-MX" sz="2000" b="1" i="1" smtClean="0"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a:rPr lang="es-MX" sz="2000" b="1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s-MX" sz="2000" b="1" dirty="0"/>
                  <a:t> </a:t>
                </a:r>
                <a:r>
                  <a:rPr lang="es-MX" sz="2000" dirty="0"/>
                  <a:t>tal que:</a:t>
                </a:r>
              </a:p>
            </p:txBody>
          </p:sp>
        </mc:Choice>
        <mc:Fallback xmlns="">
          <p:sp>
            <p:nvSpPr>
              <p:cNvPr id="12" name="CuadroTexto 11">
                <a:extLst>
                  <a:ext uri="{FF2B5EF4-FFF2-40B4-BE49-F238E27FC236}">
                    <a16:creationId xmlns:a16="http://schemas.microsoft.com/office/drawing/2014/main" id="{481F3561-3A41-525E-975E-76EF37E6E5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6698" y="4636027"/>
                <a:ext cx="6542560" cy="622863"/>
              </a:xfrm>
              <a:prstGeom prst="rect">
                <a:avLst/>
              </a:prstGeom>
              <a:blipFill>
                <a:blip r:embed="rId25"/>
                <a:stretch>
                  <a:fillRect l="-1025" r="-93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CuadroTexto 13">
                <a:extLst>
                  <a:ext uri="{FF2B5EF4-FFF2-40B4-BE49-F238E27FC236}">
                    <a16:creationId xmlns:a16="http://schemas.microsoft.com/office/drawing/2014/main" id="{9756FE16-683E-717B-4E0F-C4D88567BA11}"/>
                  </a:ext>
                </a:extLst>
              </p:cNvPr>
              <p:cNvSpPr txBox="1"/>
              <p:nvPr/>
            </p:nvSpPr>
            <p:spPr>
              <a:xfrm>
                <a:off x="656698" y="4203767"/>
                <a:ext cx="10020435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s-MX" sz="2000" dirty="0"/>
                  <a:t>Y donde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MX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s-MX" sz="2000" b="0" i="1" smtClean="0">
                            <a:latin typeface="Cambria Math" panose="02040503050406030204" pitchFamily="18" charset="0"/>
                          </a:rPr>
                          <m:t>f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s-MX" sz="2000" b="0" i="1" smtClean="0">
                            <a:latin typeface="Cambria Math" panose="02040503050406030204" pitchFamily="18" charset="0"/>
                          </a:rPr>
                          <m:t>t</m:t>
                        </m:r>
                      </m:sub>
                    </m:sSub>
                    <m:r>
                      <a:rPr lang="es-MX" sz="20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s-MX" sz="2000" dirty="0"/>
                  <a:t>es la función de periodicidad intradía de la volatilidad, asociada a la </a:t>
                </a:r>
                <a:r>
                  <a:rPr lang="es-MX" sz="2000" b="1" dirty="0"/>
                  <a:t>U-Shape</a:t>
                </a:r>
              </a:p>
            </p:txBody>
          </p:sp>
        </mc:Choice>
        <mc:Fallback xmlns="">
          <p:sp>
            <p:nvSpPr>
              <p:cNvPr id="14" name="CuadroTexto 13">
                <a:extLst>
                  <a:ext uri="{FF2B5EF4-FFF2-40B4-BE49-F238E27FC236}">
                    <a16:creationId xmlns:a16="http://schemas.microsoft.com/office/drawing/2014/main" id="{9756FE16-683E-717B-4E0F-C4D88567BA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6698" y="4203767"/>
                <a:ext cx="10020435" cy="400110"/>
              </a:xfrm>
              <a:prstGeom prst="rect">
                <a:avLst/>
              </a:prstGeom>
              <a:blipFill>
                <a:blip r:embed="rId26"/>
                <a:stretch>
                  <a:fillRect l="-670" t="-9231" b="-27692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110791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A36FD5F-786B-1974-5F47-94CA02CFA6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365126"/>
            <a:ext cx="5102942" cy="639710"/>
          </a:xfrm>
        </p:spPr>
        <p:txBody>
          <a:bodyPr rtlCol="0" anchor="ctr">
            <a:normAutofit/>
          </a:bodyPr>
          <a:lstStyle>
            <a:defPPr>
              <a:defRPr lang="es-ES"/>
            </a:defPPr>
          </a:lstStyle>
          <a:p>
            <a:pPr rtl="0"/>
            <a:r>
              <a:rPr lang="es-ES" dirty="0"/>
              <a:t>Data transformation</a:t>
            </a:r>
          </a:p>
        </p:txBody>
      </p:sp>
      <p:sp>
        <p:nvSpPr>
          <p:cNvPr id="11" name="Slide Number Placeholder 3">
            <a:extLst>
              <a:ext uri="{FF2B5EF4-FFF2-40B4-BE49-F238E27FC236}">
                <a16:creationId xmlns:a16="http://schemas.microsoft.com/office/drawing/2014/main" id="{37F50E02-3845-1917-866A-54AC060DE02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</p:spPr>
        <p:txBody>
          <a:bodyPr/>
          <a:lstStyle/>
          <a:p>
            <a:pPr rtl="0">
              <a:spcAft>
                <a:spcPts val="600"/>
              </a:spcAft>
            </a:pPr>
            <a:fld id="{B5CEABB6-07DC-46E8-9B57-56EC44A396E5}" type="slidenum">
              <a:rPr lang="es-ES" smtClean="0"/>
              <a:pPr rtl="0">
                <a:spcAft>
                  <a:spcPts val="600"/>
                </a:spcAft>
              </a:pPr>
              <a:t>4</a:t>
            </a:fld>
            <a:endParaRPr lang="es-E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EFFC0D0A-0F7B-542F-C328-569E38B914FD}"/>
                  </a:ext>
                </a:extLst>
              </p:cNvPr>
              <p:cNvSpPr txBox="1"/>
              <p:nvPr/>
            </p:nvSpPr>
            <p:spPr>
              <a:xfrm>
                <a:off x="655839" y="1004836"/>
                <a:ext cx="8885702" cy="126752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s-MX" dirty="0"/>
                  <a:t>1. A partir de los precios 15-min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MX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MX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s-MX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s-MX" dirty="0"/>
                  <a:t>, calculamos los log-retornos:=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s-MX" i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s-MX" i="0" smtClean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s-MX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f>
                          <m:fPr>
                            <m:ctrlPr>
                              <a:rPr lang="es-MX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s-MX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s-MX" b="0" i="1" smtClean="0"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</m:e>
                              <m:sub>
                                <m:r>
                                  <a:rPr lang="es-MX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es-MX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s-MX" b="0" i="1" smtClean="0"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</m:e>
                              <m:sub>
                                <m:r>
                                  <a:rPr lang="es-MX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es-MX" b="0" i="1" smtClean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sub>
                            </m:sSub>
                          </m:den>
                        </m:f>
                        <m:r>
                          <a:rPr lang="es-MX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func>
                  </m:oMath>
                </a14:m>
                <a:r>
                  <a:rPr lang="es-MX" dirty="0"/>
                  <a:t>.</a:t>
                </a:r>
              </a:p>
              <a:p>
                <a:r>
                  <a:rPr lang="es-MX" dirty="0"/>
                  <a:t>2. Posteriormente suavizamos la serie restando una fracción de la variación cuadrática.</a:t>
                </a:r>
              </a:p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s-MX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i="1" smtClean="0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es-MX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s-MX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s-MX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s-MX" i="1" smtClean="0">
                              <a:latin typeface="Cambria Math" panose="02040503050406030204" pitchFamily="18" charset="0"/>
                            </a:rPr>
                            <m:t>max</m:t>
                          </m:r>
                        </m:fName>
                        <m:e>
                          <m:r>
                            <a:rPr lang="es-MX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</m:e>
                      </m:func>
                      <m:sSubSup>
                        <m:sSubSupPr>
                          <m:ctrlPr>
                            <a:rPr lang="es-MX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s-MX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s-MX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s-MX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s-MX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s-MX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MX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</m:num>
                        <m:den>
                          <m:r>
                            <a:rPr lang="es-MX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d>
                        <m:dPr>
                          <m:begChr m:val="|"/>
                          <m:endChr m:val="|"/>
                          <m:ctrlPr>
                            <a:rPr lang="es-MX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s-MX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s-MX" i="1" smtClean="0">
                                  <a:latin typeface="Cambria Math" panose="02040503050406030204" pitchFamily="18" charset="0"/>
                                </a:rPr>
                                <m:t>r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s-MX" i="1" smtClean="0"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</m:sub>
                          </m:sSub>
                        </m:e>
                      </m:d>
                      <m:d>
                        <m:dPr>
                          <m:begChr m:val="|"/>
                          <m:endChr m:val="|"/>
                          <m:ctrlPr>
                            <a:rPr lang="es-MX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s-MX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s-MX" i="1" smtClean="0">
                                  <a:latin typeface="Cambria Math" panose="02040503050406030204" pitchFamily="18" charset="0"/>
                                </a:rPr>
                                <m:t>r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s-MX" i="1" smtClean="0"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  <m:r>
                                <a:rPr lang="es-MX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</m:e>
                      </m:d>
                      <m:r>
                        <a:rPr lang="es-MX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s-MX" dirty="0"/>
              </a:p>
            </p:txBody>
          </p:sp>
        </mc:Choice>
        <mc:Fallback xmlns=""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EFFC0D0A-0F7B-542F-C328-569E38B914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5839" y="1004836"/>
                <a:ext cx="8885702" cy="1267526"/>
              </a:xfrm>
              <a:prstGeom prst="rect">
                <a:avLst/>
              </a:prstGeom>
              <a:blipFill>
                <a:blip r:embed="rId9"/>
                <a:stretch>
                  <a:fillRect l="-618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Imagen 4">
            <a:extLst>
              <a:ext uri="{FF2B5EF4-FFF2-40B4-BE49-F238E27FC236}">
                <a16:creationId xmlns:a16="http://schemas.microsoft.com/office/drawing/2014/main" id="{FFA6DFEF-0F53-A230-272E-E641A8280170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08122" y="2348063"/>
            <a:ext cx="8885701" cy="44751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37429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8340F1-0A21-03AD-3692-8822A34D00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933B11B-8E52-6BD0-C725-DA1357D179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365126"/>
            <a:ext cx="5102942" cy="639710"/>
          </a:xfrm>
        </p:spPr>
        <p:txBody>
          <a:bodyPr rtlCol="0" anchor="ctr">
            <a:normAutofit/>
          </a:bodyPr>
          <a:lstStyle>
            <a:defPPr>
              <a:defRPr lang="es-ES"/>
            </a:defPPr>
          </a:lstStyle>
          <a:p>
            <a:pPr rtl="0"/>
            <a:r>
              <a:rPr lang="es-ES" dirty="0"/>
              <a:t>Data transformation</a:t>
            </a:r>
          </a:p>
        </p:txBody>
      </p:sp>
      <p:sp>
        <p:nvSpPr>
          <p:cNvPr id="11" name="Slide Number Placeholder 3">
            <a:extLst>
              <a:ext uri="{FF2B5EF4-FFF2-40B4-BE49-F238E27FC236}">
                <a16:creationId xmlns:a16="http://schemas.microsoft.com/office/drawing/2014/main" id="{60A20A5B-1BAD-5953-97B7-E032495E706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</p:spPr>
        <p:txBody>
          <a:bodyPr/>
          <a:lstStyle/>
          <a:p>
            <a:pPr rtl="0">
              <a:spcAft>
                <a:spcPts val="600"/>
              </a:spcAft>
            </a:pPr>
            <a:fld id="{B5CEABB6-07DC-46E8-9B57-56EC44A396E5}" type="slidenum">
              <a:rPr lang="es-ES" smtClean="0"/>
              <a:pPr rtl="0">
                <a:spcAft>
                  <a:spcPts val="600"/>
                </a:spcAft>
              </a:pPr>
              <a:t>5</a:t>
            </a:fld>
            <a:endParaRPr lang="es-ES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309BC023-305B-8457-FA4E-BD2276283F48}"/>
              </a:ext>
            </a:extLst>
          </p:cNvPr>
          <p:cNvSpPr txBox="1"/>
          <p:nvPr/>
        </p:nvSpPr>
        <p:spPr>
          <a:xfrm>
            <a:off x="469027" y="1140025"/>
            <a:ext cx="43202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/>
              <a:t>3. Removemos x% escogido de los outliers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36F7B862-8A44-A3BF-9D2F-80564B150F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7104" y="2013878"/>
            <a:ext cx="11420475" cy="3038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28552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9E51C62-7D24-28E1-52F1-91DA55D006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 err="1"/>
              <a:t>Intraday</a:t>
            </a:r>
            <a:r>
              <a:rPr lang="es-MX" dirty="0"/>
              <a:t> </a:t>
            </a:r>
            <a:r>
              <a:rPr lang="es-MX" dirty="0" err="1"/>
              <a:t>periodicity</a:t>
            </a:r>
            <a:endParaRPr lang="es-MX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Marcador de contenido 3">
                <a:extLst>
                  <a:ext uri="{FF2B5EF4-FFF2-40B4-BE49-F238E27FC236}">
                    <a16:creationId xmlns:a16="http://schemas.microsoft.com/office/drawing/2014/main" id="{1DA39003-AAEE-86FF-4AA8-CBA0900D7085}"/>
                  </a:ext>
                </a:extLst>
              </p:cNvPr>
              <p:cNvSpPr>
                <a:spLocks noGrp="1"/>
              </p:cNvSpPr>
              <p:nvPr>
                <p:ph sz="quarter" idx="11"/>
              </p:nvPr>
            </p:nvSpPr>
            <p:spPr>
              <a:xfrm>
                <a:off x="385535" y="2121323"/>
                <a:ext cx="4992709" cy="3747180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s-MX" dirty="0"/>
                  <a:t>Para tratar la U-Shape y la no estacionariedad, dividimos los datos entre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s-MX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s-MX" b="0" i="1" smtClean="0">
                            <a:latin typeface="Cambria Math" panose="02040503050406030204" pitchFamily="18" charset="0"/>
                          </a:rPr>
                          <m:t>f</m:t>
                        </m:r>
                        <m:r>
                          <a:rPr lang="es-MX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acc>
                  </m:oMath>
                </a14:m>
                <a:r>
                  <a:rPr lang="es-MX" dirty="0"/>
                  <a:t> la función empírica que a cada intervalo de tiempo le asocia el valor promedio de la volatilidad para todo el </a:t>
                </a:r>
                <a:r>
                  <a:rPr lang="es-MX" dirty="0" err="1"/>
                  <a:t>train</a:t>
                </a:r>
                <a:r>
                  <a:rPr lang="es-MX" dirty="0"/>
                  <a:t>.</a:t>
                </a:r>
              </a:p>
              <a:p>
                <a:pPr marL="0" indent="0">
                  <a:buNone/>
                </a:pPr>
                <a:r>
                  <a:rPr lang="es-MX" dirty="0"/>
                  <a:t>Así definimos los retornos ajustados: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s-MX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s-MX" b="0" i="1" smtClean="0">
                              <a:latin typeface="Cambria Math" panose="02040503050406030204" pitchFamily="18" charset="0"/>
                            </a:rPr>
                            <m:t>r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s-MX" b="0" i="1" smtClean="0">
                              <a:latin typeface="Cambria Math" panose="02040503050406030204" pitchFamily="18" charset="0"/>
                            </a:rPr>
                            <m:t>i</m:t>
                          </m:r>
                        </m:sub>
                      </m:sSub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MX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  <m:t>v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</m:sub>
                          </m:sSub>
                        </m:num>
                        <m:den>
                          <m:acc>
                            <m:accPr>
                              <m:chr m:val="̂"/>
                              <m:ctrlP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m:rPr>
                                  <m:sty m:val="p"/>
                                </m:rP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  <m:t>f</m:t>
                              </m:r>
                              <m: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s-MX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s-MX" b="0" i="1" smtClean="0">
                                      <a:latin typeface="Cambria Math" panose="02040503050406030204" pitchFamily="18" charset="0"/>
                                    </a:rPr>
                                    <m:t>t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s-MX" b="0" i="1" smtClean="0">
                                      <a:latin typeface="Cambria Math" panose="02040503050406030204" pitchFamily="18" charset="0"/>
                                    </a:rPr>
                                    <m:t>i</m:t>
                                  </m:r>
                                </m:sub>
                              </m:sSub>
                              <m: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acc>
                        </m:den>
                      </m:f>
                    </m:oMath>
                  </m:oMathPara>
                </a14:m>
                <a:endParaRPr lang="es-MX" dirty="0"/>
              </a:p>
            </p:txBody>
          </p:sp>
        </mc:Choice>
        <mc:Fallback xmlns="">
          <p:sp>
            <p:nvSpPr>
              <p:cNvPr id="4" name="Marcador de contenido 3">
                <a:extLst>
                  <a:ext uri="{FF2B5EF4-FFF2-40B4-BE49-F238E27FC236}">
                    <a16:creationId xmlns:a16="http://schemas.microsoft.com/office/drawing/2014/main" id="{1DA39003-AAEE-86FF-4AA8-CBA0900D708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1"/>
              </p:nvPr>
            </p:nvSpPr>
            <p:spPr>
              <a:xfrm>
                <a:off x="385535" y="2121323"/>
                <a:ext cx="4992709" cy="3747180"/>
              </a:xfrm>
              <a:blipFill>
                <a:blip r:embed="rId2"/>
                <a:stretch>
                  <a:fillRect l="-1221" t="-1789" r="-1221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DCB1279C-F1ED-288D-0FA5-343B7E77BF5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rtl="0"/>
            <a:fld id="{B5CEABB6-07DC-46E8-9B57-56EC44A396E5}" type="slidenum">
              <a:rPr lang="es-ES" smtClean="0"/>
              <a:pPr rtl="0"/>
              <a:t>6</a:t>
            </a:fld>
            <a:endParaRPr lang="es-ES" dirty="0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BD4C870B-2075-C79B-9DC9-057CEE65AF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09712" y="2235140"/>
            <a:ext cx="6613461" cy="30546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54176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DA2E0E-2AF1-326B-78F9-25B6FD6285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220AE80-B5C1-2CDC-AECB-6F4EEF1EA1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51006" y="-358022"/>
            <a:ext cx="4689987" cy="1629601"/>
          </a:xfrm>
        </p:spPr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 dirty="0"/>
              <a:t>Intraday Periodicity</a:t>
            </a:r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7CBDE367-0036-B87E-84D5-E084172E9B7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97889" y="6500269"/>
            <a:ext cx="631065" cy="296214"/>
          </a:xfrm>
        </p:spPr>
        <p:txBody>
          <a:bodyPr rtlCol="0"/>
          <a:lstStyle>
            <a:defPPr>
              <a:defRPr lang="es-ES"/>
            </a:defPPr>
          </a:lstStyle>
          <a:p>
            <a:pPr rtl="0"/>
            <a:fld id="{B5CEABB6-07DC-46E8-9B57-56EC44A396E5}" type="slidenum">
              <a:rPr lang="es-ES" smtClean="0"/>
              <a:pPr rtl="0"/>
              <a:t>7</a:t>
            </a:fld>
            <a:endParaRPr lang="es-ES" dirty="0"/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5F0157B6-7F2D-2C0E-FB89-B5CACE787D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954" y="760301"/>
            <a:ext cx="10006194" cy="462164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CuadroTexto 3">
                <a:extLst>
                  <a:ext uri="{FF2B5EF4-FFF2-40B4-BE49-F238E27FC236}">
                    <a16:creationId xmlns:a16="http://schemas.microsoft.com/office/drawing/2014/main" id="{B07F5F2D-555B-5214-7F15-0BAF25EB8E4B}"/>
                  </a:ext>
                </a:extLst>
              </p:cNvPr>
              <p:cNvSpPr txBox="1"/>
              <p:nvPr/>
            </p:nvSpPr>
            <p:spPr>
              <a:xfrm>
                <a:off x="6936656" y="5444768"/>
                <a:ext cx="549131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s-MX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s-MX" b="0" i="1" smtClean="0">
                            <a:latin typeface="Cambria Math" panose="02040503050406030204" pitchFamily="18" charset="0"/>
                          </a:rPr>
                          <m:t>f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s-MX" b="0" i="1" smtClean="0">
                            <a:latin typeface="Cambria Math" panose="02040503050406030204" pitchFamily="18" charset="0"/>
                          </a:rPr>
                          <m:t>t</m:t>
                        </m:r>
                      </m:sub>
                    </m:sSub>
                  </m:oMath>
                </a14:m>
                <a:r>
                  <a:rPr lang="es-MX" dirty="0"/>
                  <a:t> generada a partir de los datos de todo el </a:t>
                </a:r>
                <a:r>
                  <a:rPr lang="es-MX" dirty="0" err="1"/>
                  <a:t>train</a:t>
                </a:r>
                <a:r>
                  <a:rPr lang="es-MX" dirty="0"/>
                  <a:t>.</a:t>
                </a:r>
              </a:p>
            </p:txBody>
          </p:sp>
        </mc:Choice>
        <mc:Fallback xmlns="">
          <p:sp>
            <p:nvSpPr>
              <p:cNvPr id="4" name="CuadroTexto 3">
                <a:extLst>
                  <a:ext uri="{FF2B5EF4-FFF2-40B4-BE49-F238E27FC236}">
                    <a16:creationId xmlns:a16="http://schemas.microsoft.com/office/drawing/2014/main" id="{B07F5F2D-555B-5214-7F15-0BAF25EB8E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36656" y="5444768"/>
                <a:ext cx="5491317" cy="369332"/>
              </a:xfrm>
              <a:prstGeom prst="rect">
                <a:avLst/>
              </a:prstGeom>
              <a:blipFill>
                <a:blip r:embed="rId4"/>
                <a:stretch>
                  <a:fillRect t="-8197" b="-24590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592522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Marcador de contenido 7">
            <a:extLst>
              <a:ext uri="{FF2B5EF4-FFF2-40B4-BE49-F238E27FC236}">
                <a16:creationId xmlns:a16="http://schemas.microsoft.com/office/drawing/2014/main" id="{8B672BC8-D7EC-066C-9025-5F29713D8495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126163" y="4172990"/>
            <a:ext cx="4805997" cy="2389736"/>
          </a:xfrm>
        </p:spPr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 dirty="0"/>
              <a:t>Producto innovador con un diseño atractivo, elegante y funcional.</a:t>
            </a:r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17328F86-DEDB-EFE8-89C9-1F6AF0D90D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8208" y="422922"/>
            <a:ext cx="9133952" cy="772599"/>
          </a:xfrm>
        </p:spPr>
        <p:txBody>
          <a:bodyPr/>
          <a:lstStyle/>
          <a:p>
            <a:r>
              <a:rPr lang="es-MX" dirty="0"/>
              <a:t>Alternativa Calendar bars</a:t>
            </a:r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AB315A7F-FEFC-F373-676E-818687F904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41380" y="1470922"/>
            <a:ext cx="6802128" cy="4459590"/>
          </a:xfrm>
          <a:prstGeom prst="rect">
            <a:avLst/>
          </a:prstGeom>
        </p:spPr>
      </p:pic>
      <p:sp>
        <p:nvSpPr>
          <p:cNvPr id="14" name="CuadroTexto 13">
            <a:extLst>
              <a:ext uri="{FF2B5EF4-FFF2-40B4-BE49-F238E27FC236}">
                <a16:creationId xmlns:a16="http://schemas.microsoft.com/office/drawing/2014/main" id="{3894BDA3-4721-8220-DF84-8AFB8F5B6D4E}"/>
              </a:ext>
            </a:extLst>
          </p:cNvPr>
          <p:cNvSpPr txBox="1"/>
          <p:nvPr/>
        </p:nvSpPr>
        <p:spPr>
          <a:xfrm>
            <a:off x="226142" y="2546555"/>
            <a:ext cx="5315238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/>
              <a:t>Construcción de Calendar Bars (Test Branch) para</a:t>
            </a:r>
          </a:p>
          <a:p>
            <a:r>
              <a:rPr lang="es-MX" dirty="0"/>
              <a:t>corregir U-Shape.</a:t>
            </a:r>
          </a:p>
          <a:p>
            <a:endParaRPr lang="es-MX" dirty="0"/>
          </a:p>
          <a:p>
            <a:r>
              <a:rPr lang="es-MX" dirty="0"/>
              <a:t>Basado en el volumen del día anterior, construimos</a:t>
            </a:r>
          </a:p>
          <a:p>
            <a:r>
              <a:rPr lang="es-MX" dirty="0" err="1"/>
              <a:t>Volume</a:t>
            </a:r>
            <a:r>
              <a:rPr lang="es-MX" dirty="0"/>
              <a:t> </a:t>
            </a:r>
            <a:r>
              <a:rPr lang="es-MX" dirty="0" err="1"/>
              <a:t>buckets</a:t>
            </a:r>
            <a:r>
              <a:rPr lang="es-MX" dirty="0"/>
              <a:t> para tener “n” barras por día. </a:t>
            </a:r>
          </a:p>
          <a:p>
            <a:endParaRPr lang="es-MX" dirty="0"/>
          </a:p>
          <a:p>
            <a:r>
              <a:rPr lang="es-MX" dirty="0"/>
              <a:t>Comparando; al usar barras Calendario de 15-min,</a:t>
            </a:r>
          </a:p>
          <a:p>
            <a:r>
              <a:rPr lang="es-MX" dirty="0"/>
              <a:t>tendremos ~26 barras en el día.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527FEC5F-EF10-6B2B-6E35-BDBE1030C7A1}"/>
              </a:ext>
            </a:extLst>
          </p:cNvPr>
          <p:cNvSpPr txBox="1"/>
          <p:nvPr/>
        </p:nvSpPr>
        <p:spPr>
          <a:xfrm>
            <a:off x="6509923" y="6168507"/>
            <a:ext cx="58335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>
                <a:hlinkClick r:id="rId4"/>
              </a:rPr>
              <a:t>AAD vs frecuencia — ¿óptimo ni muy fino ni muy grueso?</a:t>
            </a: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561765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FE0D061-7327-A55C-AF6A-A95C24DD8B7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B5CEABB6-07DC-46E8-9B57-56EC44A396E5}" type="slidenum">
              <a:rPr lang="es-ES" smtClean="0"/>
              <a:pPr rtl="0"/>
              <a:t>9</a:t>
            </a:fld>
            <a:endParaRPr lang="es-ES" dirty="0"/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88D6CB12-B35C-7D19-348D-B5050CDA8C9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72018"/>
          <a:stretch>
            <a:fillRect/>
          </a:stretch>
        </p:blipFill>
        <p:spPr>
          <a:xfrm>
            <a:off x="615659" y="782021"/>
            <a:ext cx="2761449" cy="4259949"/>
          </a:xfrm>
          <a:prstGeom prst="rect">
            <a:avLst/>
          </a:prstGeom>
        </p:spPr>
      </p:pic>
      <p:sp>
        <p:nvSpPr>
          <p:cNvPr id="11" name="CuadroTexto 10">
            <a:extLst>
              <a:ext uri="{FF2B5EF4-FFF2-40B4-BE49-F238E27FC236}">
                <a16:creationId xmlns:a16="http://schemas.microsoft.com/office/drawing/2014/main" id="{37315EF6-511B-881D-5BE4-E57122B64650}"/>
              </a:ext>
            </a:extLst>
          </p:cNvPr>
          <p:cNvSpPr txBox="1"/>
          <p:nvPr/>
        </p:nvSpPr>
        <p:spPr>
          <a:xfrm>
            <a:off x="6246333" y="5244075"/>
            <a:ext cx="59456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>
                <a:hlinkClick r:id="rId4"/>
              </a:rPr>
              <a:t>AAD 3D — </a:t>
            </a:r>
            <a:r>
              <a:rPr lang="es-MX" dirty="0" err="1">
                <a:hlinkClick r:id="rId4"/>
              </a:rPr>
              <a:t>grid</a:t>
            </a:r>
            <a:r>
              <a:rPr lang="es-MX" dirty="0">
                <a:hlinkClick r:id="rId4"/>
              </a:rPr>
              <a:t> (barras/día × %</a:t>
            </a:r>
            <a:r>
              <a:rPr lang="es-MX" dirty="0" err="1">
                <a:hlinkClick r:id="rId4"/>
              </a:rPr>
              <a:t>removal</a:t>
            </a:r>
            <a:r>
              <a:rPr lang="es-MX" dirty="0">
                <a:hlinkClick r:id="rId4"/>
              </a:rPr>
              <a:t>) calendar vs </a:t>
            </a:r>
            <a:r>
              <a:rPr lang="es-MX" dirty="0" err="1">
                <a:hlinkClick r:id="rId4"/>
              </a:rPr>
              <a:t>dollar</a:t>
            </a:r>
            <a:endParaRPr lang="es-MX" dirty="0"/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88E27710-F863-9D35-EBB1-5F5E5CC232C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8256" t="3095" r="21755"/>
          <a:stretch>
            <a:fillRect/>
          </a:stretch>
        </p:blipFill>
        <p:spPr>
          <a:xfrm>
            <a:off x="3377108" y="782021"/>
            <a:ext cx="3048000" cy="4251546"/>
          </a:xfrm>
          <a:prstGeom prst="rect">
            <a:avLst/>
          </a:prstGeom>
        </p:spPr>
      </p:pic>
      <p:pic>
        <p:nvPicPr>
          <p:cNvPr id="15" name="Imagen 14">
            <a:extLst>
              <a:ext uri="{FF2B5EF4-FFF2-40B4-BE49-F238E27FC236}">
                <a16:creationId xmlns:a16="http://schemas.microsoft.com/office/drawing/2014/main" id="{F2AC269F-6FBD-220D-91B0-5D4D4C7A238C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49396" t="563"/>
          <a:stretch>
            <a:fillRect/>
          </a:stretch>
        </p:blipFill>
        <p:spPr>
          <a:xfrm>
            <a:off x="6425108" y="782021"/>
            <a:ext cx="2184652" cy="4259949"/>
          </a:xfrm>
          <a:prstGeom prst="rect">
            <a:avLst/>
          </a:prstGeom>
        </p:spPr>
      </p:pic>
      <p:sp>
        <p:nvSpPr>
          <p:cNvPr id="16" name="CuadroTexto 15">
            <a:extLst>
              <a:ext uri="{FF2B5EF4-FFF2-40B4-BE49-F238E27FC236}">
                <a16:creationId xmlns:a16="http://schemas.microsoft.com/office/drawing/2014/main" id="{FF76133A-171F-8C23-155E-442DCEDA8346}"/>
              </a:ext>
            </a:extLst>
          </p:cNvPr>
          <p:cNvSpPr txBox="1"/>
          <p:nvPr/>
        </p:nvSpPr>
        <p:spPr>
          <a:xfrm>
            <a:off x="790562" y="5613407"/>
            <a:ext cx="1048703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/>
              <a:t>Corrimos un </a:t>
            </a:r>
            <a:r>
              <a:rPr lang="es-MX" dirty="0" err="1"/>
              <a:t>Grid</a:t>
            </a:r>
            <a:r>
              <a:rPr lang="es-MX" dirty="0"/>
              <a:t>-Search (%umbral cleaning, bars per </a:t>
            </a:r>
            <a:r>
              <a:rPr lang="es-MX" dirty="0" err="1"/>
              <a:t>day</a:t>
            </a:r>
            <a:r>
              <a:rPr lang="es-MX" dirty="0"/>
              <a:t>) -&gt; AAD.</a:t>
            </a:r>
          </a:p>
          <a:p>
            <a:r>
              <a:rPr lang="es-MX" dirty="0"/>
              <a:t>De los 67 modelos obtenidos con AAD &lt;</a:t>
            </a:r>
            <a:r>
              <a:rPr lang="es-MX" b="1" dirty="0"/>
              <a:t>0.8</a:t>
            </a:r>
            <a:r>
              <a:rPr lang="es-MX" dirty="0"/>
              <a:t> tanto IS &amp; OOS; 51 son de Calendar Bars y 16 de Dollar Bars.</a:t>
            </a:r>
          </a:p>
          <a:p>
            <a:endParaRPr lang="es-MX" dirty="0"/>
          </a:p>
        </p:txBody>
      </p:sp>
      <p:sp>
        <p:nvSpPr>
          <p:cNvPr id="17" name="Título 2">
            <a:extLst>
              <a:ext uri="{FF2B5EF4-FFF2-40B4-BE49-F238E27FC236}">
                <a16:creationId xmlns:a16="http://schemas.microsoft.com/office/drawing/2014/main" id="{09A2D855-D490-5879-095B-47A91290B7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76735" y="9422"/>
            <a:ext cx="9133952" cy="772599"/>
          </a:xfrm>
        </p:spPr>
        <p:txBody>
          <a:bodyPr/>
          <a:lstStyle/>
          <a:p>
            <a:r>
              <a:rPr lang="es-MX" dirty="0"/>
              <a:t>Dollar vs Calendar bars</a:t>
            </a:r>
          </a:p>
        </p:txBody>
      </p:sp>
    </p:spTree>
    <p:extLst>
      <p:ext uri="{BB962C8B-B14F-4D97-AF65-F5344CB8AC3E}">
        <p14:creationId xmlns:p14="http://schemas.microsoft.com/office/powerpoint/2010/main" val="4120006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4808221-C29B-07A3-B569-B8B466B102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44413" y="406240"/>
            <a:ext cx="4827638" cy="907597"/>
          </a:xfrm>
        </p:spPr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 dirty="0"/>
              <a:t>Meseta óptima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6BEA7D4-8B96-5A0E-252E-6B8E8B1CF178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2054835" y="1528329"/>
            <a:ext cx="7236649" cy="2309726"/>
          </a:xfrm>
        </p:spPr>
        <p:txBody>
          <a:bodyPr rtlCol="0"/>
          <a:lstStyle>
            <a:defPPr>
              <a:defRPr lang="es-ES"/>
            </a:defPPr>
          </a:lstStyle>
          <a:p>
            <a:r>
              <a:rPr lang="es-MX" dirty="0"/>
              <a:t>Después de un análisis de sensibilidad sobre los ejes. La sección de modelos más estable entres IS y OOS son 0.08% cleaning y {8, 13, 26, 78, 390} bpd.</a:t>
            </a:r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85350E8C-073F-BF0D-A298-E79A17CE10F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22797"/>
          <a:stretch>
            <a:fillRect/>
          </a:stretch>
        </p:blipFill>
        <p:spPr>
          <a:xfrm>
            <a:off x="5391579" y="3541271"/>
            <a:ext cx="5594555" cy="2309726"/>
          </a:xfrm>
          <a:prstGeom prst="rect">
            <a:avLst/>
          </a:prstGeom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EEBCA458-9D2A-1C89-9FFF-22CB1FDE89F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72018"/>
          <a:stretch>
            <a:fillRect/>
          </a:stretch>
        </p:blipFill>
        <p:spPr>
          <a:xfrm>
            <a:off x="1205866" y="2683192"/>
            <a:ext cx="2491063" cy="38428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04174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ítulo 1">
                <a:extLst>
                  <a:ext uri="{FF2B5EF4-FFF2-40B4-BE49-F238E27FC236}">
                    <a16:creationId xmlns:a16="http://schemas.microsoft.com/office/drawing/2014/main" id="{8329C92F-66F4-6D5B-019F-2830AF384CFE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s-MX" dirty="0"/>
                  <a:t>Estimación de </a:t>
                </a:r>
                <a14:m>
                  <m:oMath xmlns:m="http://schemas.openxmlformats.org/officeDocument/2006/math">
                    <m:r>
                      <a:rPr lang="es-MX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</m:oMath>
                </a14:m>
                <a:endParaRPr lang="es-MX" dirty="0"/>
              </a:p>
            </p:txBody>
          </p:sp>
        </mc:Choice>
        <mc:Fallback xmlns="">
          <p:sp>
            <p:nvSpPr>
              <p:cNvPr id="2" name="Título 1">
                <a:extLst>
                  <a:ext uri="{FF2B5EF4-FFF2-40B4-BE49-F238E27FC236}">
                    <a16:creationId xmlns:a16="http://schemas.microsoft.com/office/drawing/2014/main" id="{8329C92F-66F4-6D5B-019F-2830AF384CF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1471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E0DC88F3-85D4-A798-820D-B39DB503AEC5}"/>
                  </a:ext>
                </a:extLst>
              </p:cNvPr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914399" y="1752019"/>
                <a:ext cx="9271820" cy="1586463"/>
              </a:xfrm>
            </p:spPr>
            <p:txBody>
              <a:bodyPr>
                <a:normAutofit/>
              </a:bodyPr>
              <a:lstStyle/>
              <a:p>
                <a:r>
                  <a:rPr lang="es-MX" dirty="0"/>
                  <a:t>Parámetro de salto asociado a P(Stay) y al </a:t>
                </a:r>
                <a14:m>
                  <m:oMath xmlns:m="http://schemas.openxmlformats.org/officeDocument/2006/math">
                    <m:r>
                      <a:rPr lang="es-MX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lang="es-MX" dirty="0"/>
                  <a:t> umbral de salto.</a:t>
                </a:r>
              </a:p>
              <a:p>
                <a:pPr marL="0" indent="0">
                  <a:buNone/>
                </a:pPr>
                <a:r>
                  <a:rPr lang="es-MX" dirty="0"/>
                  <a:t>A través de 8 replicas (</a:t>
                </a:r>
                <a:r>
                  <a:rPr lang="es-MX" dirty="0" err="1"/>
                  <a:t>seeds</a:t>
                </a:r>
                <a:r>
                  <a:rPr lang="es-MX" dirty="0"/>
                  <a:t>) y 5 valores de P(Stay), ningún valor parece agregar capacidad de cobertura.</a:t>
                </a:r>
              </a:p>
              <a:p>
                <a:pPr marL="0" indent="0">
                  <a:buNone/>
                </a:pPr>
                <a:r>
                  <a:rPr lang="es-MX" dirty="0"/>
                  <a:t>(Se </a:t>
                </a:r>
                <a:r>
                  <a:rPr lang="es-MX" dirty="0" err="1"/>
                  <a:t>droppeó</a:t>
                </a:r>
                <a:r>
                  <a:rPr lang="es-MX" dirty="0"/>
                  <a:t> el modelo con 390 bpd en esta iteración por cuestiones de cómputo)</a:t>
                </a:r>
              </a:p>
            </p:txBody>
          </p:sp>
        </mc:Choice>
        <mc:Fallback xmlns="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E0DC88F3-85D4-A798-820D-B39DB503AEC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914399" y="1752019"/>
                <a:ext cx="9271820" cy="1586463"/>
              </a:xfrm>
              <a:blipFill>
                <a:blip r:embed="rId5"/>
                <a:stretch>
                  <a:fillRect l="-657" t="-3831" b="-766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7C92E5F7-2E04-E25C-E30B-C68D3BB14C8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rtl="0"/>
            <a:fld id="{B5CEABB6-07DC-46E8-9B57-56EC44A396E5}" type="slidenum">
              <a:rPr lang="es-ES" smtClean="0"/>
              <a:pPr rtl="0"/>
              <a:t>11</a:t>
            </a:fld>
            <a:endParaRPr lang="es-ES" dirty="0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00099513-649D-010E-A576-1E471EF0B3E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4399" y="4049354"/>
            <a:ext cx="8954276" cy="14860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24375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DBDB0AE-5ADD-1975-6BDD-3860892507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398" y="365125"/>
            <a:ext cx="10439401" cy="1617017"/>
          </a:xfrm>
        </p:spPr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 dirty="0"/>
              <a:t>P(Stay):</a:t>
            </a:r>
            <a:br>
              <a:rPr lang="es-ES" dirty="0"/>
            </a:br>
            <a:r>
              <a:rPr lang="es-ES" dirty="0"/>
              <a:t>0 vs 0.387</a:t>
            </a:r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4D27E5DB-AFB6-9088-87C9-1F671C0B033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</p:spPr>
        <p:txBody>
          <a:bodyPr rtlCol="0"/>
          <a:lstStyle>
            <a:defPPr>
              <a:defRPr lang="es-ES"/>
            </a:defPPr>
          </a:lstStyle>
          <a:p>
            <a:pPr rtl="0"/>
            <a:fld id="{B5CEABB6-07DC-46E8-9B57-56EC44A396E5}" type="slidenum">
              <a:rPr lang="es-ES" smtClean="0"/>
              <a:pPr rtl="0"/>
              <a:t>12</a:t>
            </a:fld>
            <a:endParaRPr lang="es-ES" dirty="0"/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C1A136BF-5A59-CC9C-5528-086D3DBB67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9208" y="1771506"/>
            <a:ext cx="11678214" cy="3901707"/>
          </a:xfrm>
          <a:prstGeom prst="rect">
            <a:avLst/>
          </a:prstGeom>
        </p:spPr>
      </p:pic>
      <p:sp>
        <p:nvSpPr>
          <p:cNvPr id="12" name="CuadroTexto 11">
            <a:extLst>
              <a:ext uri="{FF2B5EF4-FFF2-40B4-BE49-F238E27FC236}">
                <a16:creationId xmlns:a16="http://schemas.microsoft.com/office/drawing/2014/main" id="{323B3BE9-473E-38E0-2F78-99A7CC290FBD}"/>
              </a:ext>
            </a:extLst>
          </p:cNvPr>
          <p:cNvSpPr txBox="1"/>
          <p:nvPr/>
        </p:nvSpPr>
        <p:spPr>
          <a:xfrm>
            <a:off x="5889523" y="5876922"/>
            <a:ext cx="59758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 err="1">
                <a:hlinkClick r:id="rId4"/>
              </a:rPr>
              <a:t>p_stay</a:t>
            </a:r>
            <a:r>
              <a:rPr lang="es-MX" dirty="0">
                <a:hlinkClick r:id="rId4"/>
              </a:rPr>
              <a:t>=0 (</a:t>
            </a:r>
            <a:r>
              <a:rPr lang="es-MX" dirty="0" err="1">
                <a:hlinkClick r:id="rId4"/>
              </a:rPr>
              <a:t>iid</a:t>
            </a:r>
            <a:r>
              <a:rPr lang="es-MX" dirty="0">
                <a:hlinkClick r:id="rId4"/>
              </a:rPr>
              <a:t>-Q) vs </a:t>
            </a:r>
            <a:r>
              <a:rPr lang="es-MX" dirty="0" err="1">
                <a:hlinkClick r:id="rId4"/>
              </a:rPr>
              <a:t>fitted</a:t>
            </a:r>
            <a:r>
              <a:rPr lang="es-MX" dirty="0">
                <a:hlinkClick r:id="rId4"/>
              </a:rPr>
              <a:t> </a:t>
            </a:r>
            <a:r>
              <a:rPr lang="es-MX" dirty="0" err="1">
                <a:hlinkClick r:id="rId4"/>
              </a:rPr>
              <a:t>p_stay</a:t>
            </a:r>
            <a:r>
              <a:rPr lang="es-MX" dirty="0">
                <a:hlinkClick r:id="rId4"/>
              </a:rPr>
              <a:t>=0.37 — cal 15-min/0.08%</a:t>
            </a: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5696996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6FEAA13-E02F-EB47-E510-E3F48A95F8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8540" y="-241945"/>
            <a:ext cx="7903150" cy="1448747"/>
          </a:xfrm>
        </p:spPr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 dirty="0"/>
              <a:t>¿Qué pasa en retornos diarios?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5E26637-007F-EC9E-F644-AAFBA0900F3C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875069" y="890012"/>
            <a:ext cx="10196053" cy="740615"/>
          </a:xfrm>
        </p:spPr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 b="1" dirty="0"/>
              <a:t>Si queremos pasar a un gráfico diario, la ventaja de Q-</a:t>
            </a:r>
            <a:r>
              <a:rPr lang="es-ES" b="1" dirty="0" err="1"/>
              <a:t>emp</a:t>
            </a:r>
            <a:r>
              <a:rPr lang="es-ES" b="1" dirty="0"/>
              <a:t> se pierde y regresamos a lo estándar de la literatura. El modelo Log-Normal</a:t>
            </a:r>
            <a:endParaRPr lang="es-ES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1DDD930B-FB1B-543D-6828-8C31F30BBD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</p:spPr>
        <p:txBody>
          <a:bodyPr rtlCol="0"/>
          <a:lstStyle>
            <a:defPPr>
              <a:defRPr lang="es-ES"/>
            </a:defPPr>
          </a:lstStyle>
          <a:p>
            <a:pPr rtl="0"/>
            <a:fld id="{B5CEABB6-07DC-46E8-9B57-56EC44A396E5}" type="slidenum">
              <a:rPr lang="es-ES" smtClean="0"/>
              <a:pPr rtl="0"/>
              <a:t>13</a:t>
            </a:fld>
            <a:endParaRPr lang="es-ES" dirty="0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44E7C30F-1512-E216-9BC7-5F0AD8948B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9155" y="1744431"/>
            <a:ext cx="9388654" cy="4480948"/>
          </a:xfrm>
          <a:prstGeom prst="rect">
            <a:avLst/>
          </a:prstGeom>
        </p:spPr>
      </p:pic>
      <p:sp>
        <p:nvSpPr>
          <p:cNvPr id="10" name="CuadroTexto 9">
            <a:extLst>
              <a:ext uri="{FF2B5EF4-FFF2-40B4-BE49-F238E27FC236}">
                <a16:creationId xmlns:a16="http://schemas.microsoft.com/office/drawing/2014/main" id="{0297C3D3-FEDA-68A4-B04C-1E53A47E5C68}"/>
              </a:ext>
            </a:extLst>
          </p:cNvPr>
          <p:cNvSpPr txBox="1"/>
          <p:nvPr/>
        </p:nvSpPr>
        <p:spPr>
          <a:xfrm>
            <a:off x="5181600" y="6198410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dirty="0">
                <a:hlinkClick r:id="rId4"/>
              </a:rPr>
              <a:t>GIG (Inversa Gaussiana Generalizada) — meseta intradía + RV diaria</a:t>
            </a: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51744706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ED62B2F-534F-A196-1186-33D282CE3C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399" y="365125"/>
            <a:ext cx="10363202" cy="1603462"/>
          </a:xfrm>
        </p:spPr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 dirty="0"/>
              <a:t>Análisis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93C71586-1388-197C-1294-83D4DD85293E}"/>
                  </a:ext>
                </a:extLst>
              </p:cNvPr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914399" y="2022250"/>
                <a:ext cx="10726995" cy="3070860"/>
              </a:xfrm>
            </p:spPr>
            <p:txBody>
              <a:bodyPr rtlCol="0"/>
              <a:lstStyle>
                <a:defPPr>
                  <a:defRPr lang="es-ES"/>
                </a:defPPr>
              </a:lstStyle>
              <a:p>
                <a:pPr rtl="0"/>
                <a:r>
                  <a:rPr lang="es-ES" dirty="0"/>
                  <a:t>Al no encontrar evidencia de mejoras en el modelo al considerar una </a:t>
                </a:r>
                <a14:m>
                  <m:oMath xmlns:m="http://schemas.openxmlformats.org/officeDocument/2006/math">
                    <m:r>
                      <a:rPr lang="es-E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r>
                      <a:rPr lang="es-MX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≠ 0.</m:t>
                    </m:r>
                  </m:oMath>
                </a14:m>
                <a:r>
                  <a:rPr lang="es-ES" noProof="1"/>
                  <a:t> No hay evidencia a favor de sostener el modelo de saltos. Por lo que nuestro Kernel de transición en la variable latente se ve reducido únicamente a remuestrear que Q, cada 15 min. </a:t>
                </a:r>
              </a:p>
            </p:txBody>
          </p:sp>
        </mc:Choice>
        <mc:Fallback xmlns="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93C71586-1388-197C-1294-83D4DD85293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914399" y="2022250"/>
                <a:ext cx="10726995" cy="3070860"/>
              </a:xfrm>
              <a:blipFill>
                <a:blip r:embed="rId3"/>
                <a:stretch>
                  <a:fillRect l="-511" t="-2187" r="-966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0FF6EF25-1A43-B685-800B-85D36602EF9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</p:spPr>
        <p:txBody>
          <a:bodyPr rtlCol="0"/>
          <a:lstStyle>
            <a:defPPr>
              <a:defRPr lang="es-ES"/>
            </a:defPPr>
          </a:lstStyle>
          <a:p>
            <a:pPr rtl="0"/>
            <a:fld id="{B5CEABB6-07DC-46E8-9B57-56EC44A396E5}" type="slidenum">
              <a:rPr lang="es-ES" smtClean="0"/>
              <a:pPr rtl="0"/>
              <a:t>14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14926147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4386DBB-D0DC-05D4-788C-E10EEF6B4A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1990" y="434225"/>
            <a:ext cx="9524998" cy="1499627"/>
          </a:xfrm>
        </p:spPr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 dirty="0"/>
              <a:t>Resultados Simulación Q</a:t>
            </a:r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C99D2502-F7A7-039F-01A0-59462ADFF6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</p:spPr>
        <p:txBody>
          <a:bodyPr rtlCol="0"/>
          <a:lstStyle>
            <a:defPPr>
              <a:defRPr lang="es-ES"/>
            </a:defPPr>
          </a:lstStyle>
          <a:p>
            <a:pPr rtl="0"/>
            <a:fld id="{B5CEABB6-07DC-46E8-9B57-56EC44A396E5}" type="slidenum">
              <a:rPr lang="es-ES" smtClean="0"/>
              <a:pPr rtl="0"/>
              <a:t>15</a:t>
            </a:fld>
            <a:endParaRPr lang="es-ES" dirty="0"/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1EFB4F15-8D5D-D61B-89D1-940C3A5279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127519"/>
            <a:ext cx="9754822" cy="2177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840606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58ECED9-3D31-C7EF-C4E5-0D218F6118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3545" y="584477"/>
            <a:ext cx="10354052" cy="1209765"/>
          </a:xfrm>
        </p:spPr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/>
              <a:t>Finanzas</a:t>
            </a:r>
          </a:p>
        </p:txBody>
      </p:sp>
      <p:graphicFrame>
        <p:nvGraphicFramePr>
          <p:cNvPr id="5" name="Tabla 9">
            <a:extLst>
              <a:ext uri="{FF2B5EF4-FFF2-40B4-BE49-F238E27FC236}">
                <a16:creationId xmlns:a16="http://schemas.microsoft.com/office/drawing/2014/main" id="{B782709C-FC0C-E355-9C94-A8EE025BAC7B}"/>
              </a:ext>
            </a:extLst>
          </p:cNvPr>
          <p:cNvGraphicFramePr>
            <a:graphicFrameLocks noGrp="1"/>
          </p:cNvGraphicFramePr>
          <p:nvPr>
            <p:ph type="tbl" sz="quarter" idx="10"/>
            <p:extLst>
              <p:ext uri="{D42A27DB-BD31-4B8C-83A1-F6EECF244321}">
                <p14:modId xmlns:p14="http://schemas.microsoft.com/office/powerpoint/2010/main" val="1133369783"/>
              </p:ext>
            </p:extLst>
          </p:nvPr>
        </p:nvGraphicFramePr>
        <p:xfrm>
          <a:off x="923925" y="2009775"/>
          <a:ext cx="10363201" cy="39340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24555">
                  <a:extLst>
                    <a:ext uri="{9D8B030D-6E8A-4147-A177-3AD203B41FA5}">
                      <a16:colId xmlns:a16="http://schemas.microsoft.com/office/drawing/2014/main" val="3446012419"/>
                    </a:ext>
                  </a:extLst>
                </a:gridCol>
                <a:gridCol w="2012882">
                  <a:extLst>
                    <a:ext uri="{9D8B030D-6E8A-4147-A177-3AD203B41FA5}">
                      <a16:colId xmlns:a16="http://schemas.microsoft.com/office/drawing/2014/main" val="4052646397"/>
                    </a:ext>
                  </a:extLst>
                </a:gridCol>
                <a:gridCol w="2012882">
                  <a:extLst>
                    <a:ext uri="{9D8B030D-6E8A-4147-A177-3AD203B41FA5}">
                      <a16:colId xmlns:a16="http://schemas.microsoft.com/office/drawing/2014/main" val="1935352797"/>
                    </a:ext>
                  </a:extLst>
                </a:gridCol>
                <a:gridCol w="2012882">
                  <a:extLst>
                    <a:ext uri="{9D8B030D-6E8A-4147-A177-3AD203B41FA5}">
                      <a16:colId xmlns:a16="http://schemas.microsoft.com/office/drawing/2014/main" val="1218263486"/>
                    </a:ext>
                  </a:extLst>
                </a:gridCol>
              </a:tblGrid>
              <a:tr h="562010">
                <a:tc>
                  <a:txBody>
                    <a:bodyPr/>
                    <a:lstStyle>
                      <a:defPPr>
                        <a:defRPr lang="es-ES"/>
                      </a:defPPr>
                    </a:lstStyle>
                    <a:p>
                      <a:pPr algn="l" rtl="0" fontAlgn="b"/>
                      <a:endParaRPr lang="es-ES" sz="1800" b="0" i="0" u="none" strike="noStrike" noProof="0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288000" anchor="ctr"/>
                </a:tc>
                <a:tc>
                  <a:txBody>
                    <a:bodyPr/>
                    <a:lstStyle>
                      <a:defPPr>
                        <a:defRPr lang="es-ES"/>
                      </a:defPPr>
                    </a:lstStyle>
                    <a:p>
                      <a:pPr algn="l" rtl="0" fontAlgn="b"/>
                      <a:r>
                        <a:rPr lang="es-ES" sz="1800" b="1" u="none" strike="noStrike" noProof="0" dirty="0">
                          <a:solidFill>
                            <a:schemeClr val="tx1"/>
                          </a:solidFill>
                          <a:effectLst/>
                        </a:rPr>
                        <a:t>Año 1</a:t>
                      </a:r>
                      <a:endParaRPr lang="es-ES" sz="1800" b="1" i="0" u="none" strike="noStrike" noProof="0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es-ES"/>
                      </a:defPPr>
                    </a:lstStyle>
                    <a:p>
                      <a:pPr algn="l" rtl="0" fontAlgn="b"/>
                      <a:r>
                        <a:rPr lang="es-ES" sz="1800" b="1" u="none" strike="noStrike" noProof="0" dirty="0">
                          <a:solidFill>
                            <a:schemeClr val="tx1"/>
                          </a:solidFill>
                          <a:effectLst/>
                        </a:rPr>
                        <a:t>Año 2</a:t>
                      </a:r>
                      <a:endParaRPr lang="es-ES" sz="1800" b="1" i="0" u="none" strike="noStrike" noProof="0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es-ES"/>
                      </a:defPPr>
                    </a:lstStyle>
                    <a:p>
                      <a:pPr algn="l" rtl="0" fontAlgn="b"/>
                      <a:r>
                        <a:rPr lang="es-ES" sz="1800" b="1" u="none" strike="noStrike" noProof="0" dirty="0">
                          <a:solidFill>
                            <a:schemeClr val="tx1"/>
                          </a:solidFill>
                          <a:effectLst/>
                        </a:rPr>
                        <a:t>Año 3</a:t>
                      </a:r>
                      <a:endParaRPr lang="es-ES" sz="1800" b="1" i="0" u="none" strike="noStrike" noProof="0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40773105"/>
                  </a:ext>
                </a:extLst>
              </a:tr>
              <a:tr h="562010">
                <a:tc>
                  <a:txBody>
                    <a:bodyPr/>
                    <a:lstStyle>
                      <a:defPPr>
                        <a:defRPr lang="es-ES"/>
                      </a:defPPr>
                    </a:lstStyle>
                    <a:p>
                      <a:pPr algn="l" rtl="0" fontAlgn="b"/>
                      <a:r>
                        <a:rPr lang="es-ES" sz="1800" b="0" u="none" strike="noStrike" noProof="0" dirty="0">
                          <a:solidFill>
                            <a:schemeClr val="tx1"/>
                          </a:solidFill>
                          <a:effectLst/>
                        </a:rPr>
                        <a:t>Ingresos</a:t>
                      </a:r>
                      <a:endParaRPr lang="es-ES" sz="1800" b="0" i="0" u="none" strike="noStrike" noProof="0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288000" anchor="ctr"/>
                </a:tc>
                <a:tc>
                  <a:txBody>
                    <a:bodyPr/>
                    <a:lstStyle>
                      <a:defPPr>
                        <a:defRPr lang="es-ES"/>
                      </a:defPPr>
                    </a:lstStyle>
                    <a:p>
                      <a:pPr algn="l" rtl="0" fontAlgn="b"/>
                      <a:endParaRPr lang="es-ES" sz="1800" b="0" i="0" u="none" strike="noStrike" noProof="0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es-ES"/>
                      </a:defPPr>
                    </a:lstStyle>
                    <a:p>
                      <a:pPr algn="l" rtl="0" fontAlgn="b"/>
                      <a:endParaRPr lang="es-ES" sz="1800" b="0" i="0" u="none" strike="noStrike" noProof="0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es-ES"/>
                      </a:defPPr>
                    </a:lstStyle>
                    <a:p>
                      <a:pPr algn="l" rtl="0" fontAlgn="b"/>
                      <a:endParaRPr lang="es-ES" sz="1800" b="0" i="0" u="none" strike="noStrike" noProof="0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42911372"/>
                  </a:ext>
                </a:extLst>
              </a:tr>
              <a:tr h="562010">
                <a:tc>
                  <a:txBody>
                    <a:bodyPr/>
                    <a:lstStyle>
                      <a:defPPr>
                        <a:defRPr lang="es-ES"/>
                      </a:defPPr>
                    </a:lstStyle>
                    <a:p>
                      <a:pPr lvl="1" algn="l" rtl="0" fontAlgn="b"/>
                      <a:r>
                        <a:rPr lang="es-ES" sz="1800" b="0" u="none" strike="noStrike" noProof="0" dirty="0">
                          <a:solidFill>
                            <a:schemeClr val="tx1"/>
                          </a:solidFill>
                          <a:effectLst/>
                        </a:rPr>
                        <a:t>Usuarios</a:t>
                      </a:r>
                      <a:endParaRPr lang="es-ES" sz="1800" b="0" i="0" u="none" strike="noStrike" noProof="0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288000" anchor="ctr"/>
                </a:tc>
                <a:tc>
                  <a:txBody>
                    <a:bodyPr/>
                    <a:lstStyle>
                      <a:defPPr>
                        <a:defRPr lang="es-ES"/>
                      </a:defPPr>
                    </a:lstStyle>
                    <a:p>
                      <a:pPr algn="l" rtl="0" fontAlgn="b"/>
                      <a:r>
                        <a:rPr lang="es-ES" sz="1800" b="0" u="none" strike="noStrike" noProof="0" dirty="0">
                          <a:solidFill>
                            <a:schemeClr val="tx1"/>
                          </a:solidFill>
                          <a:effectLst/>
                        </a:rPr>
                        <a:t>50 000</a:t>
                      </a:r>
                      <a:endParaRPr lang="es-ES" sz="1800" b="0" i="0" u="none" strike="noStrike" noProof="0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es-ES"/>
                      </a:defPPr>
                    </a:lstStyle>
                    <a:p>
                      <a:pPr algn="l" rtl="0" fontAlgn="b"/>
                      <a:r>
                        <a:rPr lang="es-ES" sz="1800" b="0" u="none" strike="noStrike" noProof="0" dirty="0">
                          <a:solidFill>
                            <a:schemeClr val="tx1"/>
                          </a:solidFill>
                          <a:effectLst/>
                        </a:rPr>
                        <a:t>400 000</a:t>
                      </a:r>
                      <a:endParaRPr lang="es-ES" sz="1800" b="0" i="0" u="none" strike="noStrike" noProof="0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es-ES"/>
                      </a:defPPr>
                    </a:lstStyle>
                    <a:p>
                      <a:pPr algn="l" rtl="0" fontAlgn="b"/>
                      <a:r>
                        <a:rPr lang="es-ES" sz="1800" b="0" u="none" strike="noStrike" noProof="0" dirty="0">
                          <a:solidFill>
                            <a:schemeClr val="tx1"/>
                          </a:solidFill>
                          <a:effectLst/>
                        </a:rPr>
                        <a:t>1 600 000</a:t>
                      </a:r>
                      <a:endParaRPr lang="es-ES" sz="1800" b="0" i="0" u="none" strike="noStrike" noProof="0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43393929"/>
                  </a:ext>
                </a:extLst>
              </a:tr>
              <a:tr h="562010">
                <a:tc>
                  <a:txBody>
                    <a:bodyPr/>
                    <a:lstStyle>
                      <a:defPPr>
                        <a:defRPr lang="es-ES"/>
                      </a:defPPr>
                    </a:lstStyle>
                    <a:p>
                      <a:pPr lvl="1" algn="l" rtl="0" fontAlgn="b"/>
                      <a:r>
                        <a:rPr lang="es-ES" sz="1800" b="0" u="none" strike="noStrike" noProof="0" dirty="0">
                          <a:solidFill>
                            <a:schemeClr val="tx1"/>
                          </a:solidFill>
                          <a:effectLst/>
                        </a:rPr>
                        <a:t>Ventas</a:t>
                      </a:r>
                      <a:endParaRPr lang="es-ES" sz="1800" b="0" i="0" u="none" strike="noStrike" noProof="0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288000" anchor="ctr"/>
                </a:tc>
                <a:tc>
                  <a:txBody>
                    <a:bodyPr/>
                    <a:lstStyle>
                      <a:defPPr>
                        <a:defRPr lang="es-ES"/>
                      </a:defPPr>
                    </a:lstStyle>
                    <a:p>
                      <a:pPr algn="l" rtl="0" fontAlgn="b"/>
                      <a:r>
                        <a:rPr lang="es-ES" sz="1800" b="0" u="none" strike="noStrike" noProof="0" dirty="0">
                          <a:solidFill>
                            <a:schemeClr val="tx1"/>
                          </a:solidFill>
                          <a:effectLst/>
                        </a:rPr>
                        <a:t>500 000</a:t>
                      </a:r>
                      <a:endParaRPr lang="es-ES" sz="1800" b="0" i="0" u="none" strike="noStrike" noProof="0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es-ES"/>
                      </a:defPPr>
                    </a:lstStyle>
                    <a:p>
                      <a:pPr algn="l" rtl="0" fontAlgn="b"/>
                      <a:r>
                        <a:rPr lang="es-ES" sz="1800" b="0" u="none" strike="noStrike" noProof="0" dirty="0">
                          <a:solidFill>
                            <a:schemeClr val="tx1"/>
                          </a:solidFill>
                          <a:effectLst/>
                        </a:rPr>
                        <a:t>4 000 000</a:t>
                      </a:r>
                      <a:endParaRPr lang="es-ES" sz="1800" b="0" i="0" u="none" strike="noStrike" noProof="0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es-ES"/>
                      </a:defPPr>
                    </a:lstStyle>
                    <a:p>
                      <a:pPr algn="l" rtl="0" fontAlgn="b"/>
                      <a:r>
                        <a:rPr lang="es-ES" sz="1800" b="0" u="none" strike="noStrike" noProof="0" dirty="0">
                          <a:solidFill>
                            <a:schemeClr val="tx1"/>
                          </a:solidFill>
                          <a:effectLst/>
                        </a:rPr>
                        <a:t>16 000 000</a:t>
                      </a:r>
                      <a:endParaRPr lang="es-ES" sz="1800" b="0" i="0" u="none" strike="noStrike" noProof="0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5711469"/>
                  </a:ext>
                </a:extLst>
              </a:tr>
              <a:tr h="562010">
                <a:tc>
                  <a:txBody>
                    <a:bodyPr/>
                    <a:lstStyle>
                      <a:defPPr>
                        <a:defRPr lang="es-ES"/>
                      </a:defPPr>
                    </a:lstStyle>
                    <a:p>
                      <a:pPr lvl="1" algn="l" rtl="0" fontAlgn="b"/>
                      <a:r>
                        <a:rPr lang="es-ES" sz="1800" b="0" u="none" strike="noStrike" noProof="0" dirty="0">
                          <a:solidFill>
                            <a:schemeClr val="tx1"/>
                          </a:solidFill>
                          <a:effectLst/>
                        </a:rPr>
                        <a:t>Precio medio por venta</a:t>
                      </a:r>
                      <a:endParaRPr lang="es-ES" sz="1800" b="0" i="0" u="none" strike="noStrike" noProof="0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288000" anchor="ctr"/>
                </a:tc>
                <a:tc>
                  <a:txBody>
                    <a:bodyPr/>
                    <a:lstStyle>
                      <a:defPPr>
                        <a:defRPr lang="es-ES"/>
                      </a:defPPr>
                    </a:lstStyle>
                    <a:p>
                      <a:pPr algn="l" rtl="0" fontAlgn="b"/>
                      <a:r>
                        <a:rPr lang="es-ES" sz="1800" b="0" u="none" strike="noStrike" noProof="0" dirty="0">
                          <a:solidFill>
                            <a:schemeClr val="tx1"/>
                          </a:solidFill>
                          <a:effectLst/>
                        </a:rPr>
                        <a:t>75</a:t>
                      </a:r>
                      <a:endParaRPr lang="es-ES" sz="1800" b="0" i="0" u="none" strike="noStrike" noProof="0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es-ES"/>
                      </a:defPPr>
                    </a:lstStyle>
                    <a:p>
                      <a:pPr algn="l" rtl="0" fontAlgn="b"/>
                      <a:r>
                        <a:rPr lang="es-ES" sz="1800" b="0" u="none" strike="noStrike" noProof="0" dirty="0">
                          <a:solidFill>
                            <a:schemeClr val="tx1"/>
                          </a:solidFill>
                          <a:effectLst/>
                        </a:rPr>
                        <a:t>80</a:t>
                      </a:r>
                      <a:endParaRPr lang="es-ES" sz="1800" b="0" i="0" u="none" strike="noStrike" noProof="0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es-ES"/>
                      </a:defPPr>
                    </a:lstStyle>
                    <a:p>
                      <a:pPr algn="l" rtl="0" fontAlgn="b"/>
                      <a:r>
                        <a:rPr lang="es-ES" sz="1800" b="0" u="none" strike="noStrike" noProof="0" dirty="0">
                          <a:solidFill>
                            <a:schemeClr val="tx1"/>
                          </a:solidFill>
                          <a:effectLst/>
                        </a:rPr>
                        <a:t>90</a:t>
                      </a:r>
                      <a:endParaRPr lang="es-ES" sz="1800" b="0" i="0" u="none" strike="noStrike" noProof="0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98944196"/>
                  </a:ext>
                </a:extLst>
              </a:tr>
              <a:tr h="562010">
                <a:tc>
                  <a:txBody>
                    <a:bodyPr/>
                    <a:lstStyle>
                      <a:defPPr>
                        <a:defRPr lang="es-ES"/>
                      </a:defPPr>
                    </a:lstStyle>
                    <a:p>
                      <a:pPr lvl="1" algn="l" rtl="0" fontAlgn="b"/>
                      <a:r>
                        <a:rPr lang="es-ES" sz="1800" b="0" u="none" strike="noStrike" noProof="0" dirty="0">
                          <a:solidFill>
                            <a:schemeClr val="tx1"/>
                          </a:solidFill>
                          <a:effectLst/>
                        </a:rPr>
                        <a:t>15 % de los ingresos</a:t>
                      </a:r>
                      <a:endParaRPr lang="es-ES" sz="1800" b="0" i="0" u="none" strike="noStrike" noProof="0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288000" anchor="ctr"/>
                </a:tc>
                <a:tc>
                  <a:txBody>
                    <a:bodyPr/>
                    <a:lstStyle>
                      <a:defPPr>
                        <a:defRPr lang="es-ES"/>
                      </a:defPPr>
                    </a:lstStyle>
                    <a:p>
                      <a:pPr algn="l" rtl="0" fontAlgn="b"/>
                      <a:r>
                        <a:rPr lang="es-ES" sz="1800" b="0" u="none" strike="noStrike" noProof="0" dirty="0">
                          <a:solidFill>
                            <a:schemeClr val="tx1"/>
                          </a:solidFill>
                          <a:effectLst/>
                        </a:rPr>
                        <a:t>5 625 000</a:t>
                      </a:r>
                      <a:endParaRPr lang="es-ES" sz="1800" b="0" i="0" u="none" strike="noStrike" noProof="0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es-ES"/>
                      </a:defPPr>
                    </a:lstStyle>
                    <a:p>
                      <a:pPr algn="l" rtl="0" fontAlgn="b"/>
                      <a:r>
                        <a:rPr lang="es-ES" sz="1800" b="0" u="none" strike="noStrike" noProof="0" dirty="0">
                          <a:solidFill>
                            <a:schemeClr val="tx1"/>
                          </a:solidFill>
                          <a:effectLst/>
                        </a:rPr>
                        <a:t>48 000 000</a:t>
                      </a:r>
                      <a:endParaRPr lang="es-ES" sz="1800" b="0" i="0" u="none" strike="noStrike" noProof="0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es-ES"/>
                      </a:defPPr>
                    </a:lstStyle>
                    <a:p>
                      <a:pPr algn="l" rtl="0" fontAlgn="b"/>
                      <a:r>
                        <a:rPr lang="es-ES" sz="1800" b="0" u="none" strike="noStrike" noProof="0" dirty="0">
                          <a:solidFill>
                            <a:schemeClr val="tx1"/>
                          </a:solidFill>
                          <a:effectLst/>
                        </a:rPr>
                        <a:t>216 000 000</a:t>
                      </a:r>
                      <a:endParaRPr lang="es-ES" sz="1800" b="0" i="0" u="none" strike="noStrike" noProof="0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61606819"/>
                  </a:ext>
                </a:extLst>
              </a:tr>
              <a:tr h="562010">
                <a:tc>
                  <a:txBody>
                    <a:bodyPr/>
                    <a:lstStyle>
                      <a:defPPr>
                        <a:defRPr lang="es-ES"/>
                      </a:defPPr>
                    </a:lstStyle>
                    <a:p>
                      <a:pPr algn="l" rtl="0" fontAlgn="b"/>
                      <a:r>
                        <a:rPr lang="es-ES" sz="1800" b="1" u="none" strike="noStrike" noProof="0" dirty="0">
                          <a:solidFill>
                            <a:schemeClr val="tx1"/>
                          </a:solidFill>
                          <a:effectLst/>
                        </a:rPr>
                        <a:t>Beneficio bruto</a:t>
                      </a:r>
                      <a:endParaRPr lang="es-ES" sz="1800" b="1" i="0" u="none" strike="noStrike" noProof="0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288000" anchor="ctr"/>
                </a:tc>
                <a:tc>
                  <a:txBody>
                    <a:bodyPr/>
                    <a:lstStyle>
                      <a:defPPr>
                        <a:defRPr lang="es-ES"/>
                      </a:defPPr>
                    </a:lstStyle>
                    <a:p>
                      <a:pPr algn="l" rtl="0" fontAlgn="b"/>
                      <a:r>
                        <a:rPr lang="es-ES" sz="1800" b="1" u="none" strike="noStrike" noProof="0" dirty="0">
                          <a:solidFill>
                            <a:schemeClr val="tx1"/>
                          </a:solidFill>
                          <a:effectLst/>
                        </a:rPr>
                        <a:t>5 625 000</a:t>
                      </a:r>
                      <a:endParaRPr lang="es-ES" sz="1800" b="1" i="0" u="none" strike="noStrike" noProof="0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es-ES"/>
                      </a:defPPr>
                    </a:lstStyle>
                    <a:p>
                      <a:pPr algn="l" rtl="0" fontAlgn="b"/>
                      <a:r>
                        <a:rPr lang="es-ES" sz="1800" b="1" u="none" strike="noStrike" noProof="0" dirty="0">
                          <a:solidFill>
                            <a:schemeClr val="tx1"/>
                          </a:solidFill>
                          <a:effectLst/>
                        </a:rPr>
                        <a:t>48 000 000</a:t>
                      </a:r>
                      <a:endParaRPr lang="es-ES" sz="1800" b="1" i="0" u="none" strike="noStrike" noProof="0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es-ES"/>
                      </a:defPPr>
                    </a:lstStyle>
                    <a:p>
                      <a:pPr algn="l" rtl="0" fontAlgn="b"/>
                      <a:r>
                        <a:rPr lang="es-ES" sz="1800" b="1" u="none" strike="noStrike" noProof="0" dirty="0">
                          <a:solidFill>
                            <a:schemeClr val="tx1"/>
                          </a:solidFill>
                          <a:effectLst/>
                        </a:rPr>
                        <a:t>216 000 000</a:t>
                      </a:r>
                      <a:endParaRPr lang="es-ES" sz="1800" b="1" i="0" u="none" strike="noStrike" noProof="0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5120011"/>
                  </a:ext>
                </a:extLst>
              </a:tr>
            </a:tbl>
          </a:graphicData>
        </a:graphic>
      </p:graphicFrame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BFE50FF3-CE3C-DDFB-B8EA-5BA1668A106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</p:spPr>
        <p:txBody>
          <a:bodyPr rtlCol="0"/>
          <a:lstStyle>
            <a:defPPr>
              <a:defRPr lang="es-ES"/>
            </a:defPPr>
          </a:lstStyle>
          <a:p>
            <a:pPr rtl="0"/>
            <a:fld id="{B5CEABB6-07DC-46E8-9B57-56EC44A396E5}" type="slidenum">
              <a:rPr lang="es-ES" smtClean="0"/>
              <a:pPr rtl="0"/>
              <a:t>16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32350070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áfico 2">
            <a:extLst>
              <a:ext uri="{FF2B5EF4-FFF2-40B4-BE49-F238E27FC236}">
                <a16:creationId xmlns:a16="http://schemas.microsoft.com/office/drawing/2014/main" id="{77B52831-0916-294C-0ACB-9774B9805D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151" r="18577"/>
          <a:stretch/>
        </p:blipFill>
        <p:spPr>
          <a:xfrm flipH="1">
            <a:off x="0" y="0"/>
            <a:ext cx="5181600" cy="6858000"/>
          </a:xfrm>
          <a:prstGeom prst="rect">
            <a:avLst/>
          </a:prstGeom>
        </p:spPr>
      </p:pic>
      <p:sp>
        <p:nvSpPr>
          <p:cNvPr id="7" name="Título 6">
            <a:extLst>
              <a:ext uri="{FF2B5EF4-FFF2-40B4-BE49-F238E27FC236}">
                <a16:creationId xmlns:a16="http://schemas.microsoft.com/office/drawing/2014/main" id="{E82E216E-9EE0-9D3F-D692-083F575A3D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1515" y="374090"/>
            <a:ext cx="5057104" cy="3624984"/>
          </a:xfrm>
        </p:spPr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/>
              <a:t>Gracias</a:t>
            </a:r>
          </a:p>
        </p:txBody>
      </p:sp>
      <p:sp>
        <p:nvSpPr>
          <p:cNvPr id="10" name="Marcador de contenido 9">
            <a:extLst>
              <a:ext uri="{FF2B5EF4-FFF2-40B4-BE49-F238E27FC236}">
                <a16:creationId xmlns:a16="http://schemas.microsoft.com/office/drawing/2014/main" id="{1F398FDD-E639-CF6A-B875-443655F2B3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1514" y="4172989"/>
            <a:ext cx="5057103" cy="2519363"/>
          </a:xfrm>
        </p:spPr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/>
              <a:t>Brita Tamm</a:t>
            </a:r>
          </a:p>
          <a:p>
            <a:pPr rtl="0"/>
            <a:r>
              <a:rPr lang="es-ES"/>
              <a:t>502-555-0152</a:t>
            </a:r>
          </a:p>
          <a:p>
            <a:pPr rtl="0"/>
            <a:r>
              <a:rPr lang="es-ES"/>
              <a:t>brita@firstupconsultants.com</a:t>
            </a:r>
          </a:p>
          <a:p>
            <a:pPr rtl="0"/>
            <a:r>
              <a:rPr lang="es-ES"/>
              <a:t>www.firstupconsultants.com</a:t>
            </a:r>
          </a:p>
        </p:txBody>
      </p:sp>
    </p:spTree>
    <p:extLst>
      <p:ext uri="{BB962C8B-B14F-4D97-AF65-F5344CB8AC3E}">
        <p14:creationId xmlns:p14="http://schemas.microsoft.com/office/powerpoint/2010/main" val="769932640"/>
      </p:ext>
    </p:extLst>
  </p:cSld>
  <p:clrMapOvr>
    <a:masterClrMapping/>
  </p:clrMapOvr>
</p:sld>
</file>

<file path=ppt/theme/theme1.xml><?xml version="1.0" encoding="utf-8"?>
<a:theme xmlns:a="http://schemas.openxmlformats.org/drawingml/2006/main" name="Personalizar">
  <a:themeElements>
    <a:clrScheme name="Custom 149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E9E6DF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56">
      <a:majorFont>
        <a:latin typeface="Tenorite"/>
        <a:ea typeface=""/>
        <a:cs typeface=""/>
      </a:majorFont>
      <a:minorFont>
        <a:latin typeface="Tenorit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73135373_TF22318419_Win32" id="{C35A026D-3477-4C90-9128-052FBAE4EBCF}" vid="{4F91F622-3491-4FD9-8658-5CFF78D7702C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AB045227-5724-4DBF-9712-031B1BFB2C3C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622457D9-12AC-4794-A05E-F1B90FCD8DA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B7B39BD0-040C-43BE-B0E4-512B09E8003F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Presentación de ventas minimalista</Template>
  <TotalTime>15977</TotalTime>
  <Words>715</Words>
  <Application>Microsoft Office PowerPoint</Application>
  <PresentationFormat>Panorámica</PresentationFormat>
  <Paragraphs>125</Paragraphs>
  <Slides>17</Slides>
  <Notes>15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17</vt:i4>
      </vt:variant>
    </vt:vector>
  </HeadingPairs>
  <TitlesOfParts>
    <vt:vector size="22" baseType="lpstr">
      <vt:lpstr>Arial</vt:lpstr>
      <vt:lpstr>Calibri</vt:lpstr>
      <vt:lpstr>Cambria Math</vt:lpstr>
      <vt:lpstr>Tenorite</vt:lpstr>
      <vt:lpstr>Personalizar</vt:lpstr>
      <vt:lpstr>SF-Harris  </vt:lpstr>
      <vt:lpstr>State-space model</vt:lpstr>
      <vt:lpstr>Presentación de PowerPoint</vt:lpstr>
      <vt:lpstr>Data transformation</vt:lpstr>
      <vt:lpstr>Data transformation</vt:lpstr>
      <vt:lpstr>Intraday periodicity</vt:lpstr>
      <vt:lpstr>Intraday Periodicity</vt:lpstr>
      <vt:lpstr>Alternativa Calendar bars</vt:lpstr>
      <vt:lpstr>Dollar vs Calendar bars</vt:lpstr>
      <vt:lpstr>Meseta óptima</vt:lpstr>
      <vt:lpstr>Estimación de α</vt:lpstr>
      <vt:lpstr>P(Stay): 0 vs 0.387</vt:lpstr>
      <vt:lpstr>¿Qué pasa en retornos diarios?</vt:lpstr>
      <vt:lpstr>Análisis</vt:lpstr>
      <vt:lpstr>Resultados Simulación Q</vt:lpstr>
      <vt:lpstr>Finanzas</vt:lpstr>
      <vt:lpstr>Gracias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Angel Vences</dc:creator>
  <cp:lastModifiedBy>ANGEL VENCES ADAME</cp:lastModifiedBy>
  <cp:revision>23</cp:revision>
  <dcterms:created xsi:type="dcterms:W3CDTF">2026-08-11T04:41:45Z</dcterms:created>
  <dcterms:modified xsi:type="dcterms:W3CDTF">2026-09-15T15:00:46Z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